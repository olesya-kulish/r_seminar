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30"/>
  </p:notesMasterIdLst>
  <p:handoutMasterIdLst>
    <p:handoutMasterId r:id="rId31"/>
  </p:handoutMasterIdLst>
  <p:sldIdLst>
    <p:sldId id="268" r:id="rId2"/>
    <p:sldId id="269" r:id="rId3"/>
    <p:sldId id="270" r:id="rId4"/>
    <p:sldId id="271" r:id="rId5"/>
    <p:sldId id="279" r:id="rId6"/>
    <p:sldId id="280" r:id="rId7"/>
    <p:sldId id="272" r:id="rId8"/>
    <p:sldId id="292" r:id="rId9"/>
    <p:sldId id="281" r:id="rId10"/>
    <p:sldId id="282" r:id="rId11"/>
    <p:sldId id="283" r:id="rId12"/>
    <p:sldId id="293" r:id="rId13"/>
    <p:sldId id="284" r:id="rId14"/>
    <p:sldId id="285" r:id="rId15"/>
    <p:sldId id="290" r:id="rId16"/>
    <p:sldId id="286" r:id="rId17"/>
    <p:sldId id="287" r:id="rId18"/>
    <p:sldId id="291" r:id="rId19"/>
    <p:sldId id="288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</p:sldIdLst>
  <p:sldSz cx="12188825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4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pos="959">
          <p15:clr>
            <a:srgbClr val="A4A3A4"/>
          </p15:clr>
        </p15:guide>
        <p15:guide id="5" pos="67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C690AC-DB38-46A7-9231-F04191AA7F23}" v="82" dt="2026-01-19T21:51:06.77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040" autoAdjust="0"/>
  </p:normalViewPr>
  <p:slideViewPr>
    <p:cSldViewPr>
      <p:cViewPr varScale="1">
        <p:scale>
          <a:sx n="52" d="100"/>
          <a:sy n="52" d="100"/>
        </p:scale>
        <p:origin x="1232" y="44"/>
      </p:cViewPr>
      <p:guideLst>
        <p:guide orient="horz" pos="2160"/>
        <p:guide orient="horz" pos="384"/>
        <p:guide orient="horz" pos="3792"/>
        <p:guide pos="959"/>
        <p:guide pos="671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00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sya Kulish" userId="8d369a46ba36c409" providerId="LiveId" clId="{A9BB2CAF-48F2-48A9-8F22-1972745B928A}"/>
    <pc:docChg chg="undo redo custSel addSld delSld modSld sldOrd">
      <pc:chgData name="Olesya Kulish" userId="8d369a46ba36c409" providerId="LiveId" clId="{A9BB2CAF-48F2-48A9-8F22-1972745B928A}" dt="2026-01-20T09:51:02.067" v="4421" actId="20577"/>
      <pc:docMkLst>
        <pc:docMk/>
      </pc:docMkLst>
      <pc:sldChg chg="modNotesTx">
        <pc:chgData name="Olesya Kulish" userId="8d369a46ba36c409" providerId="LiveId" clId="{A9BB2CAF-48F2-48A9-8F22-1972745B928A}" dt="2026-01-20T09:51:02.067" v="4421" actId="20577"/>
        <pc:sldMkLst>
          <pc:docMk/>
          <pc:sldMk cId="2957189582" sldId="268"/>
        </pc:sldMkLst>
      </pc:sldChg>
      <pc:sldChg chg="delSp modSp mod">
        <pc:chgData name="Olesya Kulish" userId="8d369a46ba36c409" providerId="LiveId" clId="{A9BB2CAF-48F2-48A9-8F22-1972745B928A}" dt="2026-01-17T20:15:38.245" v="171" actId="1076"/>
        <pc:sldMkLst>
          <pc:docMk/>
          <pc:sldMk cId="1255868717" sldId="271"/>
        </pc:sldMkLst>
        <pc:spChg chg="mod">
          <ac:chgData name="Olesya Kulish" userId="8d369a46ba36c409" providerId="LiveId" clId="{A9BB2CAF-48F2-48A9-8F22-1972745B928A}" dt="2026-01-17T20:15:38.245" v="171" actId="1076"/>
          <ac:spMkLst>
            <pc:docMk/>
            <pc:sldMk cId="1255868717" sldId="271"/>
            <ac:spMk id="3" creationId="{00000000-0000-0000-0000-000000000000}"/>
          </ac:spMkLst>
        </pc:spChg>
      </pc:sldChg>
      <pc:sldChg chg="addSp delSp modSp mod setBg">
        <pc:chgData name="Olesya Kulish" userId="8d369a46ba36c409" providerId="LiveId" clId="{A9BB2CAF-48F2-48A9-8F22-1972745B928A}" dt="2026-01-19T12:09:05.805" v="2326" actId="20577"/>
        <pc:sldMkLst>
          <pc:docMk/>
          <pc:sldMk cId="3224243975" sldId="272"/>
        </pc:sldMkLst>
        <pc:spChg chg="mod">
          <ac:chgData name="Olesya Kulish" userId="8d369a46ba36c409" providerId="LiveId" clId="{A9BB2CAF-48F2-48A9-8F22-1972745B928A}" dt="2026-01-19T12:09:05.805" v="2326" actId="20577"/>
          <ac:spMkLst>
            <pc:docMk/>
            <pc:sldMk cId="3224243975" sldId="272"/>
            <ac:spMk id="3" creationId="{00000000-0000-0000-0000-000000000000}"/>
          </ac:spMkLst>
        </pc:spChg>
        <pc:spChg chg="add mod">
          <ac:chgData name="Olesya Kulish" userId="8d369a46ba36c409" providerId="LiveId" clId="{A9BB2CAF-48F2-48A9-8F22-1972745B928A}" dt="2026-01-19T12:08:50.826" v="2325" actId="115"/>
          <ac:spMkLst>
            <pc:docMk/>
            <pc:sldMk cId="3224243975" sldId="272"/>
            <ac:spMk id="6" creationId="{D67B9FE9-067D-B87D-4015-20A56B91BBFB}"/>
          </ac:spMkLst>
        </pc:spChg>
        <pc:graphicFrameChg chg="add mod modGraphic">
          <ac:chgData name="Olesya Kulish" userId="8d369a46ba36c409" providerId="LiveId" clId="{A9BB2CAF-48F2-48A9-8F22-1972745B928A}" dt="2026-01-17T20:54:37.931" v="708" actId="1076"/>
          <ac:graphicFrameMkLst>
            <pc:docMk/>
            <pc:sldMk cId="3224243975" sldId="272"/>
            <ac:graphicFrameMk id="5" creationId="{3962D870-0BF3-16B8-0CD1-034612FC7DC2}"/>
          </ac:graphicFrameMkLst>
        </pc:graphicFrameChg>
      </pc:sldChg>
      <pc:sldChg chg="addSp delSp modSp add mod">
        <pc:chgData name="Olesya Kulish" userId="8d369a46ba36c409" providerId="LiveId" clId="{A9BB2CAF-48F2-48A9-8F22-1972745B928A}" dt="2026-01-17T20:29:29.461" v="342" actId="14826"/>
        <pc:sldMkLst>
          <pc:docMk/>
          <pc:sldMk cId="3136315013" sldId="279"/>
        </pc:sldMkLst>
        <pc:spChg chg="add mod">
          <ac:chgData name="Olesya Kulish" userId="8d369a46ba36c409" providerId="LiveId" clId="{A9BB2CAF-48F2-48A9-8F22-1972745B928A}" dt="2026-01-17T20:15:45.963" v="172" actId="1076"/>
          <ac:spMkLst>
            <pc:docMk/>
            <pc:sldMk cId="3136315013" sldId="279"/>
            <ac:spMk id="2" creationId="{06EB4D51-9FD4-D676-27EB-5DA9691E366B}"/>
          </ac:spMkLst>
        </pc:spChg>
        <pc:picChg chg="mod">
          <ac:chgData name="Olesya Kulish" userId="8d369a46ba36c409" providerId="LiveId" clId="{A9BB2CAF-48F2-48A9-8F22-1972745B928A}" dt="2026-01-17T20:29:29.461" v="342" actId="14826"/>
          <ac:picMkLst>
            <pc:docMk/>
            <pc:sldMk cId="3136315013" sldId="279"/>
            <ac:picMk id="6" creationId="{1A253E53-5E0F-6B37-490D-124FFD7CE7C0}"/>
          </ac:picMkLst>
        </pc:picChg>
      </pc:sldChg>
      <pc:sldChg chg="addSp delSp modSp add mod">
        <pc:chgData name="Olesya Kulish" userId="8d369a46ba36c409" providerId="LiveId" clId="{A9BB2CAF-48F2-48A9-8F22-1972745B928A}" dt="2026-01-17T20:30:07.365" v="343" actId="14826"/>
        <pc:sldMkLst>
          <pc:docMk/>
          <pc:sldMk cId="2680055025" sldId="280"/>
        </pc:sldMkLst>
        <pc:spChg chg="add mod">
          <ac:chgData name="Olesya Kulish" userId="8d369a46ba36c409" providerId="LiveId" clId="{A9BB2CAF-48F2-48A9-8F22-1972745B928A}" dt="2026-01-17T20:24:56.635" v="306" actId="14100"/>
          <ac:spMkLst>
            <pc:docMk/>
            <pc:sldMk cId="2680055025" sldId="280"/>
            <ac:spMk id="3" creationId="{8F1EE5A0-32C3-6ACC-0345-96F029DFF737}"/>
          </ac:spMkLst>
        </pc:spChg>
        <pc:picChg chg="add mod">
          <ac:chgData name="Olesya Kulish" userId="8d369a46ba36c409" providerId="LiveId" clId="{A9BB2CAF-48F2-48A9-8F22-1972745B928A}" dt="2026-01-17T20:25:07.529" v="307" actId="1076"/>
          <ac:picMkLst>
            <pc:docMk/>
            <pc:sldMk cId="2680055025" sldId="280"/>
            <ac:picMk id="5" creationId="{B095949F-76F6-854C-11F7-D27F2AFEAC7D}"/>
          </ac:picMkLst>
        </pc:picChg>
        <pc:picChg chg="mod">
          <ac:chgData name="Olesya Kulish" userId="8d369a46ba36c409" providerId="LiveId" clId="{A9BB2CAF-48F2-48A9-8F22-1972745B928A}" dt="2026-01-17T20:30:07.365" v="343" actId="14826"/>
          <ac:picMkLst>
            <pc:docMk/>
            <pc:sldMk cId="2680055025" sldId="280"/>
            <ac:picMk id="6" creationId="{CB9983A2-62D5-7457-F46B-6C308335B01B}"/>
          </ac:picMkLst>
        </pc:picChg>
      </pc:sldChg>
      <pc:sldChg chg="modSp add mod ord">
        <pc:chgData name="Olesya Kulish" userId="8d369a46ba36c409" providerId="LiveId" clId="{A9BB2CAF-48F2-48A9-8F22-1972745B928A}" dt="2026-01-17T21:00:43.185" v="767" actId="255"/>
        <pc:sldMkLst>
          <pc:docMk/>
          <pc:sldMk cId="553595070" sldId="281"/>
        </pc:sldMkLst>
        <pc:spChg chg="mod">
          <ac:chgData name="Olesya Kulish" userId="8d369a46ba36c409" providerId="LiveId" clId="{A9BB2CAF-48F2-48A9-8F22-1972745B928A}" dt="2026-01-17T21:00:43.185" v="767" actId="255"/>
          <ac:spMkLst>
            <pc:docMk/>
            <pc:sldMk cId="553595070" sldId="281"/>
            <ac:spMk id="3" creationId="{9C860C21-648E-49E1-DC09-40F62F1E1342}"/>
          </ac:spMkLst>
        </pc:spChg>
        <pc:picChg chg="mod">
          <ac:chgData name="Olesya Kulish" userId="8d369a46ba36c409" providerId="LiveId" clId="{A9BB2CAF-48F2-48A9-8F22-1972745B928A}" dt="2026-01-17T20:58:02.258" v="748" actId="14826"/>
          <ac:picMkLst>
            <pc:docMk/>
            <pc:sldMk cId="553595070" sldId="281"/>
            <ac:picMk id="6" creationId="{D084A9D9-4E4C-D6E1-0DA9-FCAC34EC804E}"/>
          </ac:picMkLst>
        </pc:picChg>
      </pc:sldChg>
      <pc:sldChg chg="modSp add mod ord">
        <pc:chgData name="Olesya Kulish" userId="8d369a46ba36c409" providerId="LiveId" clId="{A9BB2CAF-48F2-48A9-8F22-1972745B928A}" dt="2026-01-17T21:01:29.197" v="773" actId="14100"/>
        <pc:sldMkLst>
          <pc:docMk/>
          <pc:sldMk cId="4044094933" sldId="282"/>
        </pc:sldMkLst>
        <pc:spChg chg="mod">
          <ac:chgData name="Olesya Kulish" userId="8d369a46ba36c409" providerId="LiveId" clId="{A9BB2CAF-48F2-48A9-8F22-1972745B928A}" dt="2026-01-17T21:01:29.197" v="773" actId="14100"/>
          <ac:spMkLst>
            <pc:docMk/>
            <pc:sldMk cId="4044094933" sldId="282"/>
            <ac:spMk id="2" creationId="{97C1C20D-D526-11E5-101D-CFC4BADC5FD6}"/>
          </ac:spMkLst>
        </pc:spChg>
        <pc:picChg chg="mod">
          <ac:chgData name="Olesya Kulish" userId="8d369a46ba36c409" providerId="LiveId" clId="{A9BB2CAF-48F2-48A9-8F22-1972745B928A}" dt="2026-01-17T21:00:09.786" v="766" actId="14100"/>
          <ac:picMkLst>
            <pc:docMk/>
            <pc:sldMk cId="4044094933" sldId="282"/>
            <ac:picMk id="6" creationId="{23B849E8-F369-2B72-C803-9628B4171A52}"/>
          </ac:picMkLst>
        </pc:picChg>
      </pc:sldChg>
      <pc:sldChg chg="addSp modSp add mod ord">
        <pc:chgData name="Olesya Kulish" userId="8d369a46ba36c409" providerId="LiveId" clId="{A9BB2CAF-48F2-48A9-8F22-1972745B928A}" dt="2026-01-19T12:15:36.688" v="2358" actId="14100"/>
        <pc:sldMkLst>
          <pc:docMk/>
          <pc:sldMk cId="437063508" sldId="283"/>
        </pc:sldMkLst>
        <pc:spChg chg="add mod">
          <ac:chgData name="Olesya Kulish" userId="8d369a46ba36c409" providerId="LiveId" clId="{A9BB2CAF-48F2-48A9-8F22-1972745B928A}" dt="2026-01-19T12:15:36.688" v="2358" actId="14100"/>
          <ac:spMkLst>
            <pc:docMk/>
            <pc:sldMk cId="437063508" sldId="283"/>
            <ac:spMk id="2" creationId="{5D88DE68-3B25-93CA-26B0-A60A287DCFEE}"/>
          </ac:spMkLst>
        </pc:spChg>
        <pc:spChg chg="mod">
          <ac:chgData name="Olesya Kulish" userId="8d369a46ba36c409" providerId="LiveId" clId="{A9BB2CAF-48F2-48A9-8F22-1972745B928A}" dt="2026-01-19T12:09:15.595" v="2327" actId="20577"/>
          <ac:spMkLst>
            <pc:docMk/>
            <pc:sldMk cId="437063508" sldId="283"/>
            <ac:spMk id="3" creationId="{AB77801A-2E45-6476-5C18-81AEE13DDCD7}"/>
          </ac:spMkLst>
        </pc:spChg>
        <pc:spChg chg="mod">
          <ac:chgData name="Olesya Kulish" userId="8d369a46ba36c409" providerId="LiveId" clId="{A9BB2CAF-48F2-48A9-8F22-1972745B928A}" dt="2026-01-19T12:14:53.615" v="2336" actId="5793"/>
          <ac:spMkLst>
            <pc:docMk/>
            <pc:sldMk cId="437063508" sldId="283"/>
            <ac:spMk id="6" creationId="{B0B5D699-ED14-AEC7-F419-42A3CA2AF017}"/>
          </ac:spMkLst>
        </pc:spChg>
        <pc:graphicFrameChg chg="mod modGraphic">
          <ac:chgData name="Olesya Kulish" userId="8d369a46ba36c409" providerId="LiveId" clId="{A9BB2CAF-48F2-48A9-8F22-1972745B928A}" dt="2026-01-17T21:15:44.148" v="1218" actId="20577"/>
          <ac:graphicFrameMkLst>
            <pc:docMk/>
            <pc:sldMk cId="437063508" sldId="283"/>
            <ac:graphicFrameMk id="5" creationId="{C3EA3300-8D89-4A8F-96D4-C4C10FA69FBF}"/>
          </ac:graphicFrameMkLst>
        </pc:graphicFrameChg>
      </pc:sldChg>
      <pc:sldChg chg="modSp add mod ord modNotesTx">
        <pc:chgData name="Olesya Kulish" userId="8d369a46ba36c409" providerId="LiveId" clId="{A9BB2CAF-48F2-48A9-8F22-1972745B928A}" dt="2026-01-19T12:29:17.786" v="2578" actId="20577"/>
        <pc:sldMkLst>
          <pc:docMk/>
          <pc:sldMk cId="795261208" sldId="284"/>
        </pc:sldMkLst>
        <pc:spChg chg="mod">
          <ac:chgData name="Olesya Kulish" userId="8d369a46ba36c409" providerId="LiveId" clId="{A9BB2CAF-48F2-48A9-8F22-1972745B928A}" dt="2026-01-19T12:29:17.786" v="2578" actId="20577"/>
          <ac:spMkLst>
            <pc:docMk/>
            <pc:sldMk cId="795261208" sldId="284"/>
            <ac:spMk id="3" creationId="{EE2AE571-570D-9AAB-6E6C-02D1D63BF78A}"/>
          </ac:spMkLst>
        </pc:spChg>
        <pc:picChg chg="mod">
          <ac:chgData name="Olesya Kulish" userId="8d369a46ba36c409" providerId="LiveId" clId="{A9BB2CAF-48F2-48A9-8F22-1972745B928A}" dt="2026-01-17T21:21:08.298" v="1260" actId="14826"/>
          <ac:picMkLst>
            <pc:docMk/>
            <pc:sldMk cId="795261208" sldId="284"/>
            <ac:picMk id="6" creationId="{8B3AC8DC-D533-A7E6-6130-6B7D62786AB6}"/>
          </ac:picMkLst>
        </pc:picChg>
      </pc:sldChg>
      <pc:sldChg chg="modSp add mod">
        <pc:chgData name="Olesya Kulish" userId="8d369a46ba36c409" providerId="LiveId" clId="{A9BB2CAF-48F2-48A9-8F22-1972745B928A}" dt="2026-01-17T21:23:27.330" v="1288" actId="14826"/>
        <pc:sldMkLst>
          <pc:docMk/>
          <pc:sldMk cId="2164436058" sldId="285"/>
        </pc:sldMkLst>
        <pc:spChg chg="mod">
          <ac:chgData name="Olesya Kulish" userId="8d369a46ba36c409" providerId="LiveId" clId="{A9BB2CAF-48F2-48A9-8F22-1972745B928A}" dt="2026-01-17T21:22:53.749" v="1287" actId="14100"/>
          <ac:spMkLst>
            <pc:docMk/>
            <pc:sldMk cId="2164436058" sldId="285"/>
            <ac:spMk id="3" creationId="{48EBBA7B-DE1D-A9CB-9F1B-9A890A76DD4C}"/>
          </ac:spMkLst>
        </pc:spChg>
        <pc:picChg chg="mod">
          <ac:chgData name="Olesya Kulish" userId="8d369a46ba36c409" providerId="LiveId" clId="{A9BB2CAF-48F2-48A9-8F22-1972745B928A}" dt="2026-01-17T21:23:27.330" v="1288" actId="14826"/>
          <ac:picMkLst>
            <pc:docMk/>
            <pc:sldMk cId="2164436058" sldId="285"/>
            <ac:picMk id="6" creationId="{71260326-6348-8CEC-CB30-531030EF6EE2}"/>
          </ac:picMkLst>
        </pc:picChg>
      </pc:sldChg>
      <pc:sldChg chg="modSp add mod ord modNotesTx">
        <pc:chgData name="Olesya Kulish" userId="8d369a46ba36c409" providerId="LiveId" clId="{A9BB2CAF-48F2-48A9-8F22-1972745B928A}" dt="2026-01-19T19:24:58.117" v="2710" actId="20577"/>
        <pc:sldMkLst>
          <pc:docMk/>
          <pc:sldMk cId="4284711689" sldId="286"/>
        </pc:sldMkLst>
        <pc:spChg chg="mod">
          <ac:chgData name="Olesya Kulish" userId="8d369a46ba36c409" providerId="LiveId" clId="{A9BB2CAF-48F2-48A9-8F22-1972745B928A}" dt="2026-01-17T21:53:03.542" v="2290" actId="20577"/>
          <ac:spMkLst>
            <pc:docMk/>
            <pc:sldMk cId="4284711689" sldId="286"/>
            <ac:spMk id="3" creationId="{962FB235-81BA-C46C-E630-A94BC9CDC954}"/>
          </ac:spMkLst>
        </pc:spChg>
        <pc:picChg chg="mod">
          <ac:chgData name="Olesya Kulish" userId="8d369a46ba36c409" providerId="LiveId" clId="{A9BB2CAF-48F2-48A9-8F22-1972745B928A}" dt="2026-01-17T21:29:18.006" v="1398" actId="14100"/>
          <ac:picMkLst>
            <pc:docMk/>
            <pc:sldMk cId="4284711689" sldId="286"/>
            <ac:picMk id="6" creationId="{3964295B-9074-4118-55E8-28BDFD96DC25}"/>
          </ac:picMkLst>
        </pc:picChg>
      </pc:sldChg>
      <pc:sldChg chg="modSp add mod">
        <pc:chgData name="Olesya Kulish" userId="8d369a46ba36c409" providerId="LiveId" clId="{A9BB2CAF-48F2-48A9-8F22-1972745B928A}" dt="2026-01-17T21:52:57.693" v="2288" actId="20577"/>
        <pc:sldMkLst>
          <pc:docMk/>
          <pc:sldMk cId="2262858423" sldId="287"/>
        </pc:sldMkLst>
        <pc:spChg chg="mod">
          <ac:chgData name="Olesya Kulish" userId="8d369a46ba36c409" providerId="LiveId" clId="{A9BB2CAF-48F2-48A9-8F22-1972745B928A}" dt="2026-01-17T21:52:57.693" v="2288" actId="20577"/>
          <ac:spMkLst>
            <pc:docMk/>
            <pc:sldMk cId="2262858423" sldId="287"/>
            <ac:spMk id="3" creationId="{1540CA8F-161A-D5ED-37AB-6E7E33A50A1A}"/>
          </ac:spMkLst>
        </pc:spChg>
        <pc:picChg chg="mod">
          <ac:chgData name="Olesya Kulish" userId="8d369a46ba36c409" providerId="LiveId" clId="{A9BB2CAF-48F2-48A9-8F22-1972745B928A}" dt="2026-01-17T21:30:17.427" v="1421" actId="14100"/>
          <ac:picMkLst>
            <pc:docMk/>
            <pc:sldMk cId="2262858423" sldId="287"/>
            <ac:picMk id="6" creationId="{17FBAB98-009E-8C26-2B9D-88941D056A7B}"/>
          </ac:picMkLst>
        </pc:picChg>
      </pc:sldChg>
      <pc:sldChg chg="modSp add mod ord">
        <pc:chgData name="Olesya Kulish" userId="8d369a46ba36c409" providerId="LiveId" clId="{A9BB2CAF-48F2-48A9-8F22-1972745B928A}" dt="2026-01-19T19:54:01.241" v="2842" actId="20577"/>
        <pc:sldMkLst>
          <pc:docMk/>
          <pc:sldMk cId="66664540" sldId="288"/>
        </pc:sldMkLst>
        <pc:spChg chg="mod">
          <ac:chgData name="Olesya Kulish" userId="8d369a46ba36c409" providerId="LiveId" clId="{A9BB2CAF-48F2-48A9-8F22-1972745B928A}" dt="2026-01-19T12:09:23.384" v="2328" actId="20577"/>
          <ac:spMkLst>
            <pc:docMk/>
            <pc:sldMk cId="66664540" sldId="288"/>
            <ac:spMk id="3" creationId="{DB060E2C-BC3C-4E48-157E-136144003191}"/>
          </ac:spMkLst>
        </pc:spChg>
        <pc:spChg chg="mod">
          <ac:chgData name="Olesya Kulish" userId="8d369a46ba36c409" providerId="LiveId" clId="{A9BB2CAF-48F2-48A9-8F22-1972745B928A}" dt="2026-01-19T19:54:01.241" v="2842" actId="20577"/>
          <ac:spMkLst>
            <pc:docMk/>
            <pc:sldMk cId="66664540" sldId="288"/>
            <ac:spMk id="6" creationId="{F2ED9891-4343-50D7-3D96-A46DF4D09B3F}"/>
          </ac:spMkLst>
        </pc:spChg>
        <pc:graphicFrameChg chg="mod modGraphic">
          <ac:chgData name="Olesya Kulish" userId="8d369a46ba36c409" providerId="LiveId" clId="{A9BB2CAF-48F2-48A9-8F22-1972745B928A}" dt="2026-01-19T19:48:45.335" v="2772" actId="1076"/>
          <ac:graphicFrameMkLst>
            <pc:docMk/>
            <pc:sldMk cId="66664540" sldId="288"/>
            <ac:graphicFrameMk id="5" creationId="{3B84CD45-B845-52FA-FD1C-816A5DE6B871}"/>
          </ac:graphicFrameMkLst>
        </pc:graphicFrameChg>
      </pc:sldChg>
      <pc:sldChg chg="delSp modSp add del mod">
        <pc:chgData name="Olesya Kulish" userId="8d369a46ba36c409" providerId="LiveId" clId="{A9BB2CAF-48F2-48A9-8F22-1972745B928A}" dt="2026-01-19T20:06:42.813" v="2974" actId="2696"/>
        <pc:sldMkLst>
          <pc:docMk/>
          <pc:sldMk cId="1110829525" sldId="289"/>
        </pc:sldMkLst>
      </pc:sldChg>
      <pc:sldChg chg="addSp delSp modSp add mod">
        <pc:chgData name="Olesya Kulish" userId="8d369a46ba36c409" providerId="LiveId" clId="{A9BB2CAF-48F2-48A9-8F22-1972745B928A}" dt="2026-01-19T12:38:40.710" v="2635" actId="1076"/>
        <pc:sldMkLst>
          <pc:docMk/>
          <pc:sldMk cId="1322155986" sldId="290"/>
        </pc:sldMkLst>
        <pc:spChg chg="add mod">
          <ac:chgData name="Olesya Kulish" userId="8d369a46ba36c409" providerId="LiveId" clId="{A9BB2CAF-48F2-48A9-8F22-1972745B928A}" dt="2026-01-19T12:34:50.481" v="2615" actId="14100"/>
          <ac:spMkLst>
            <pc:docMk/>
            <pc:sldMk cId="1322155986" sldId="290"/>
            <ac:spMk id="8" creationId="{07A1B310-7184-6128-E2D1-F82B8DDE69CA}"/>
          </ac:spMkLst>
        </pc:spChg>
        <pc:picChg chg="add mod">
          <ac:chgData name="Olesya Kulish" userId="8d369a46ba36c409" providerId="LiveId" clId="{A9BB2CAF-48F2-48A9-8F22-1972745B928A}" dt="2026-01-19T12:37:24.320" v="2625" actId="692"/>
          <ac:picMkLst>
            <pc:docMk/>
            <pc:sldMk cId="1322155986" sldId="290"/>
            <ac:picMk id="3" creationId="{F760C48F-3746-C0A7-81D2-5E453B6A3BB8}"/>
          </ac:picMkLst>
        </pc:picChg>
        <pc:picChg chg="add mod">
          <ac:chgData name="Olesya Kulish" userId="8d369a46ba36c409" providerId="LiveId" clId="{A9BB2CAF-48F2-48A9-8F22-1972745B928A}" dt="2026-01-19T12:35:11.672" v="2617" actId="692"/>
          <ac:picMkLst>
            <pc:docMk/>
            <pc:sldMk cId="1322155986" sldId="290"/>
            <ac:picMk id="4" creationId="{1C451811-F35E-002B-B09E-8718E8C8E091}"/>
          </ac:picMkLst>
        </pc:picChg>
        <pc:picChg chg="add mod">
          <ac:chgData name="Olesya Kulish" userId="8d369a46ba36c409" providerId="LiveId" clId="{A9BB2CAF-48F2-48A9-8F22-1972745B928A}" dt="2026-01-19T12:38:40.710" v="2635" actId="1076"/>
          <ac:picMkLst>
            <pc:docMk/>
            <pc:sldMk cId="1322155986" sldId="290"/>
            <ac:picMk id="7" creationId="{CA3CC662-2F78-5507-B0BD-BC9560FBEDE3}"/>
          </ac:picMkLst>
        </pc:picChg>
      </pc:sldChg>
      <pc:sldChg chg="addSp delSp modSp add mod modNotesTx">
        <pc:chgData name="Olesya Kulish" userId="8d369a46ba36c409" providerId="LiveId" clId="{A9BB2CAF-48F2-48A9-8F22-1972745B928A}" dt="2026-01-19T19:35:43.832" v="2771" actId="20577"/>
        <pc:sldMkLst>
          <pc:docMk/>
          <pc:sldMk cId="1098044621" sldId="291"/>
        </pc:sldMkLst>
        <pc:spChg chg="add mod">
          <ac:chgData name="Olesya Kulish" userId="8d369a46ba36c409" providerId="LiveId" clId="{A9BB2CAF-48F2-48A9-8F22-1972745B928A}" dt="2026-01-19T19:32:26.531" v="2754" actId="14100"/>
          <ac:spMkLst>
            <pc:docMk/>
            <pc:sldMk cId="1098044621" sldId="291"/>
            <ac:spMk id="2" creationId="{942421E9-537A-F77D-C3F3-B0EC37B92E57}"/>
          </ac:spMkLst>
        </pc:spChg>
        <pc:picChg chg="add mod">
          <ac:chgData name="Olesya Kulish" userId="8d369a46ba36c409" providerId="LiveId" clId="{A9BB2CAF-48F2-48A9-8F22-1972745B928A}" dt="2026-01-19T19:34:00.231" v="2760" actId="692"/>
          <ac:picMkLst>
            <pc:docMk/>
            <pc:sldMk cId="1098044621" sldId="291"/>
            <ac:picMk id="4" creationId="{DD92A6B6-7648-E981-9DA0-B198181CC049}"/>
          </ac:picMkLst>
        </pc:picChg>
        <pc:picChg chg="add mod">
          <ac:chgData name="Olesya Kulish" userId="8d369a46ba36c409" providerId="LiveId" clId="{A9BB2CAF-48F2-48A9-8F22-1972745B928A}" dt="2026-01-19T19:35:27.795" v="2769" actId="14100"/>
          <ac:picMkLst>
            <pc:docMk/>
            <pc:sldMk cId="1098044621" sldId="291"/>
            <ac:picMk id="7" creationId="{7C64FDB1-3C28-9284-088B-8BE4ECC293B6}"/>
          </ac:picMkLst>
        </pc:picChg>
      </pc:sldChg>
      <pc:sldChg chg="delSp modSp add mod ord">
        <pc:chgData name="Olesya Kulish" userId="8d369a46ba36c409" providerId="LiveId" clId="{A9BB2CAF-48F2-48A9-8F22-1972745B928A}" dt="2026-01-19T12:10:33.900" v="2333" actId="14100"/>
        <pc:sldMkLst>
          <pc:docMk/>
          <pc:sldMk cId="1669232742" sldId="292"/>
        </pc:sldMkLst>
        <pc:spChg chg="mod">
          <ac:chgData name="Olesya Kulish" userId="8d369a46ba36c409" providerId="LiveId" clId="{A9BB2CAF-48F2-48A9-8F22-1972745B928A}" dt="2026-01-19T12:10:33.900" v="2333" actId="14100"/>
          <ac:spMkLst>
            <pc:docMk/>
            <pc:sldMk cId="1669232742" sldId="292"/>
            <ac:spMk id="3" creationId="{32205907-6E6A-D9BE-FC39-0D9506A4C961}"/>
          </ac:spMkLst>
        </pc:spChg>
        <pc:picChg chg="del">
          <ac:chgData name="Olesya Kulish" userId="8d369a46ba36c409" providerId="LiveId" clId="{A9BB2CAF-48F2-48A9-8F22-1972745B928A}" dt="2026-01-19T12:10:20.521" v="2329" actId="21"/>
          <ac:picMkLst>
            <pc:docMk/>
            <pc:sldMk cId="1669232742" sldId="292"/>
            <ac:picMk id="5" creationId="{03295F3B-2AAE-6334-E891-751E0726E740}"/>
          </ac:picMkLst>
        </pc:picChg>
        <pc:picChg chg="mod">
          <ac:chgData name="Olesya Kulish" userId="8d369a46ba36c409" providerId="LiveId" clId="{A9BB2CAF-48F2-48A9-8F22-1972745B928A}" dt="2026-01-19T12:04:13.143" v="2299" actId="14826"/>
          <ac:picMkLst>
            <pc:docMk/>
            <pc:sldMk cId="1669232742" sldId="292"/>
            <ac:picMk id="6" creationId="{34E4C89A-E72C-BA44-BB72-D6EAF94F8A82}"/>
          </ac:picMkLst>
        </pc:picChg>
      </pc:sldChg>
      <pc:sldChg chg="modSp add mod ord">
        <pc:chgData name="Olesya Kulish" userId="8d369a46ba36c409" providerId="LiveId" clId="{A9BB2CAF-48F2-48A9-8F22-1972745B928A}" dt="2026-01-19T12:16:02.235" v="2362" actId="14826"/>
        <pc:sldMkLst>
          <pc:docMk/>
          <pc:sldMk cId="1970243590" sldId="293"/>
        </pc:sldMkLst>
        <pc:picChg chg="mod">
          <ac:chgData name="Olesya Kulish" userId="8d369a46ba36c409" providerId="LiveId" clId="{A9BB2CAF-48F2-48A9-8F22-1972745B928A}" dt="2026-01-19T12:16:02.235" v="2362" actId="14826"/>
          <ac:picMkLst>
            <pc:docMk/>
            <pc:sldMk cId="1970243590" sldId="293"/>
            <ac:picMk id="6" creationId="{D467AC33-126D-6A0D-BA1B-D2BA739E52E7}"/>
          </ac:picMkLst>
        </pc:picChg>
      </pc:sldChg>
      <pc:sldChg chg="modSp add mod modNotesTx">
        <pc:chgData name="Olesya Kulish" userId="8d369a46ba36c409" providerId="LiveId" clId="{A9BB2CAF-48F2-48A9-8F22-1972745B928A}" dt="2026-01-19T19:57:25.277" v="2883" actId="20577"/>
        <pc:sldMkLst>
          <pc:docMk/>
          <pc:sldMk cId="2056985711" sldId="294"/>
        </pc:sldMkLst>
        <pc:spChg chg="mod">
          <ac:chgData name="Olesya Kulish" userId="8d369a46ba36c409" providerId="LiveId" clId="{A9BB2CAF-48F2-48A9-8F22-1972745B928A}" dt="2026-01-19T19:56:45.931" v="2882" actId="20577"/>
          <ac:spMkLst>
            <pc:docMk/>
            <pc:sldMk cId="2056985711" sldId="294"/>
            <ac:spMk id="6" creationId="{F041114F-5009-FC6F-9377-7D2518E6DDCC}"/>
          </ac:spMkLst>
        </pc:spChg>
      </pc:sldChg>
      <pc:sldChg chg="modSp add mod ord modNotesTx">
        <pc:chgData name="Olesya Kulish" userId="8d369a46ba36c409" providerId="LiveId" clId="{A9BB2CAF-48F2-48A9-8F22-1972745B928A}" dt="2026-01-19T20:04:05.794" v="2953" actId="20577"/>
        <pc:sldMkLst>
          <pc:docMk/>
          <pc:sldMk cId="1860685463" sldId="295"/>
        </pc:sldMkLst>
        <pc:spChg chg="mod">
          <ac:chgData name="Olesya Kulish" userId="8d369a46ba36c409" providerId="LiveId" clId="{A9BB2CAF-48F2-48A9-8F22-1972745B928A}" dt="2026-01-19T20:01:42.126" v="2949" actId="14100"/>
          <ac:spMkLst>
            <pc:docMk/>
            <pc:sldMk cId="1860685463" sldId="295"/>
            <ac:spMk id="3" creationId="{10A98655-7BB6-E23C-17CB-6CF295FC61F9}"/>
          </ac:spMkLst>
        </pc:spChg>
        <pc:picChg chg="mod">
          <ac:chgData name="Olesya Kulish" userId="8d369a46ba36c409" providerId="LiveId" clId="{A9BB2CAF-48F2-48A9-8F22-1972745B928A}" dt="2026-01-19T20:00:24.323" v="2910" actId="14826"/>
          <ac:picMkLst>
            <pc:docMk/>
            <pc:sldMk cId="1860685463" sldId="295"/>
            <ac:picMk id="6" creationId="{1820A8FA-C640-0E0D-33C1-7E9EF1D51016}"/>
          </ac:picMkLst>
        </pc:picChg>
      </pc:sldChg>
      <pc:sldChg chg="modSp add mod modNotesTx">
        <pc:chgData name="Olesya Kulish" userId="8d369a46ba36c409" providerId="LiveId" clId="{A9BB2CAF-48F2-48A9-8F22-1972745B928A}" dt="2026-01-19T20:06:14.511" v="2973" actId="20577"/>
        <pc:sldMkLst>
          <pc:docMk/>
          <pc:sldMk cId="4023300622" sldId="296"/>
        </pc:sldMkLst>
        <pc:spChg chg="mod">
          <ac:chgData name="Olesya Kulish" userId="8d369a46ba36c409" providerId="LiveId" clId="{A9BB2CAF-48F2-48A9-8F22-1972745B928A}" dt="2026-01-19T20:02:11.513" v="2952" actId="14100"/>
          <ac:spMkLst>
            <pc:docMk/>
            <pc:sldMk cId="4023300622" sldId="296"/>
            <ac:spMk id="3" creationId="{18B3C47E-3889-986D-6087-45AFCEB28265}"/>
          </ac:spMkLst>
        </pc:spChg>
        <pc:picChg chg="mod">
          <ac:chgData name="Olesya Kulish" userId="8d369a46ba36c409" providerId="LiveId" clId="{A9BB2CAF-48F2-48A9-8F22-1972745B928A}" dt="2026-01-19T20:00:56.818" v="2912" actId="14826"/>
          <ac:picMkLst>
            <pc:docMk/>
            <pc:sldMk cId="4023300622" sldId="296"/>
            <ac:picMk id="6" creationId="{847F3519-EC64-94AE-07B0-D2741376B496}"/>
          </ac:picMkLst>
        </pc:picChg>
      </pc:sldChg>
      <pc:sldChg chg="modSp add mod ord modNotesTx">
        <pc:chgData name="Olesya Kulish" userId="8d369a46ba36c409" providerId="LiveId" clId="{A9BB2CAF-48F2-48A9-8F22-1972745B928A}" dt="2026-01-19T20:09:30.548" v="3032" actId="20577"/>
        <pc:sldMkLst>
          <pc:docMk/>
          <pc:sldMk cId="1796301242" sldId="297"/>
        </pc:sldMkLst>
        <pc:spChg chg="mod">
          <ac:chgData name="Olesya Kulish" userId="8d369a46ba36c409" providerId="LiveId" clId="{A9BB2CAF-48F2-48A9-8F22-1972745B928A}" dt="2026-01-19T20:07:35.923" v="3000" actId="20577"/>
          <ac:spMkLst>
            <pc:docMk/>
            <pc:sldMk cId="1796301242" sldId="297"/>
            <ac:spMk id="3" creationId="{575F9876-C734-1BD7-502D-F03543EB9987}"/>
          </ac:spMkLst>
        </pc:spChg>
        <pc:picChg chg="mod">
          <ac:chgData name="Olesya Kulish" userId="8d369a46ba36c409" providerId="LiveId" clId="{A9BB2CAF-48F2-48A9-8F22-1972745B928A}" dt="2026-01-19T20:09:09.373" v="3031" actId="1076"/>
          <ac:picMkLst>
            <pc:docMk/>
            <pc:sldMk cId="1796301242" sldId="297"/>
            <ac:picMk id="6" creationId="{010091F6-C0B6-B04C-0DDB-76A819ED111D}"/>
          </ac:picMkLst>
        </pc:picChg>
      </pc:sldChg>
      <pc:sldChg chg="modSp add mod ord modNotesTx">
        <pc:chgData name="Olesya Kulish" userId="8d369a46ba36c409" providerId="LiveId" clId="{A9BB2CAF-48F2-48A9-8F22-1972745B928A}" dt="2026-01-19T20:25:02.168" v="3450"/>
        <pc:sldMkLst>
          <pc:docMk/>
          <pc:sldMk cId="719795812" sldId="298"/>
        </pc:sldMkLst>
        <pc:spChg chg="mod">
          <ac:chgData name="Olesya Kulish" userId="8d369a46ba36c409" providerId="LiveId" clId="{A9BB2CAF-48F2-48A9-8F22-1972745B928A}" dt="2026-01-19T20:08:20.642" v="3025" actId="20577"/>
          <ac:spMkLst>
            <pc:docMk/>
            <pc:sldMk cId="719795812" sldId="298"/>
            <ac:spMk id="3" creationId="{750BA7AE-638E-F306-7CBA-88FD948BFC73}"/>
          </ac:spMkLst>
        </pc:spChg>
        <pc:picChg chg="mod">
          <ac:chgData name="Olesya Kulish" userId="8d369a46ba36c409" providerId="LiveId" clId="{A9BB2CAF-48F2-48A9-8F22-1972745B928A}" dt="2026-01-19T20:08:51.386" v="3028" actId="14100"/>
          <ac:picMkLst>
            <pc:docMk/>
            <pc:sldMk cId="719795812" sldId="298"/>
            <ac:picMk id="6" creationId="{A2B9D6D2-5663-BDFE-259F-F71D518741E2}"/>
          </ac:picMkLst>
        </pc:picChg>
      </pc:sldChg>
      <pc:sldChg chg="addSp delSp modSp add mod ord modNotesTx">
        <pc:chgData name="Olesya Kulish" userId="8d369a46ba36c409" providerId="LiveId" clId="{A9BB2CAF-48F2-48A9-8F22-1972745B928A}" dt="2026-01-19T20:51:20.534" v="3655" actId="1076"/>
        <pc:sldMkLst>
          <pc:docMk/>
          <pc:sldMk cId="4131778354" sldId="299"/>
        </pc:sldMkLst>
        <pc:spChg chg="mod">
          <ac:chgData name="Olesya Kulish" userId="8d369a46ba36c409" providerId="LiveId" clId="{A9BB2CAF-48F2-48A9-8F22-1972745B928A}" dt="2026-01-19T20:10:12.313" v="3043" actId="20577"/>
          <ac:spMkLst>
            <pc:docMk/>
            <pc:sldMk cId="4131778354" sldId="299"/>
            <ac:spMk id="3" creationId="{993B733B-4611-2901-8EBF-C57FC8BB23D5}"/>
          </ac:spMkLst>
        </pc:spChg>
        <pc:spChg chg="mod">
          <ac:chgData name="Olesya Kulish" userId="8d369a46ba36c409" providerId="LiveId" clId="{A9BB2CAF-48F2-48A9-8F22-1972745B928A}" dt="2026-01-19T20:51:20.534" v="3655" actId="1076"/>
          <ac:spMkLst>
            <pc:docMk/>
            <pc:sldMk cId="4131778354" sldId="299"/>
            <ac:spMk id="6" creationId="{EB29398A-C610-A5F2-853B-8CFD5DFDA016}"/>
          </ac:spMkLst>
        </pc:spChg>
        <pc:spChg chg="add del mod">
          <ac:chgData name="Olesya Kulish" userId="8d369a46ba36c409" providerId="LiveId" clId="{A9BB2CAF-48F2-48A9-8F22-1972745B928A}" dt="2026-01-19T20:36:53.150" v="3591" actId="22"/>
          <ac:spMkLst>
            <pc:docMk/>
            <pc:sldMk cId="4131778354" sldId="299"/>
            <ac:spMk id="7" creationId="{3C6087E0-34FD-17E5-649E-0CA53DD9F370}"/>
          </ac:spMkLst>
        </pc:spChg>
        <pc:spChg chg="add mod">
          <ac:chgData name="Olesya Kulish" userId="8d369a46ba36c409" providerId="LiveId" clId="{A9BB2CAF-48F2-48A9-8F22-1972745B928A}" dt="2026-01-19T20:39:44.043" v="3616" actId="14100"/>
          <ac:spMkLst>
            <pc:docMk/>
            <pc:sldMk cId="4131778354" sldId="299"/>
            <ac:spMk id="8" creationId="{BB60491C-6A2C-2FB5-E86A-AF2C4D0F3161}"/>
          </ac:spMkLst>
        </pc:spChg>
        <pc:graphicFrameChg chg="add mod modGraphic">
          <ac:chgData name="Olesya Kulish" userId="8d369a46ba36c409" providerId="LiveId" clId="{A9BB2CAF-48F2-48A9-8F22-1972745B928A}" dt="2026-01-19T20:40:04.496" v="3618" actId="13926"/>
          <ac:graphicFrameMkLst>
            <pc:docMk/>
            <pc:sldMk cId="4131778354" sldId="299"/>
            <ac:graphicFrameMk id="2" creationId="{C51A2A4E-3C24-6F6C-F7CF-3E71DD6AFECB}"/>
          </ac:graphicFrameMkLst>
        </pc:graphicFrameChg>
        <pc:graphicFrameChg chg="mod modGraphic">
          <ac:chgData name="Olesya Kulish" userId="8d369a46ba36c409" providerId="LiveId" clId="{A9BB2CAF-48F2-48A9-8F22-1972745B928A}" dt="2026-01-19T20:51:15.320" v="3654" actId="1076"/>
          <ac:graphicFrameMkLst>
            <pc:docMk/>
            <pc:sldMk cId="4131778354" sldId="299"/>
            <ac:graphicFrameMk id="5" creationId="{10C40295-E9A8-1213-7F94-B24B5648F813}"/>
          </ac:graphicFrameMkLst>
        </pc:graphicFrameChg>
      </pc:sldChg>
      <pc:sldChg chg="addSp delSp modSp add mod modNotesTx">
        <pc:chgData name="Olesya Kulish" userId="8d369a46ba36c409" providerId="LiveId" clId="{A9BB2CAF-48F2-48A9-8F22-1972745B928A}" dt="2026-01-19T21:16:42.914" v="3740" actId="1076"/>
        <pc:sldMkLst>
          <pc:docMk/>
          <pc:sldMk cId="2293727672" sldId="300"/>
        </pc:sldMkLst>
        <pc:spChg chg="mod">
          <ac:chgData name="Olesya Kulish" userId="8d369a46ba36c409" providerId="LiveId" clId="{A9BB2CAF-48F2-48A9-8F22-1972745B928A}" dt="2026-01-19T21:10:00.415" v="3675" actId="20577"/>
          <ac:spMkLst>
            <pc:docMk/>
            <pc:sldMk cId="2293727672" sldId="300"/>
            <ac:spMk id="3" creationId="{92370DDC-DDC9-6634-C446-8491B14838DB}"/>
          </ac:spMkLst>
        </pc:spChg>
        <pc:spChg chg="del">
          <ac:chgData name="Olesya Kulish" userId="8d369a46ba36c409" providerId="LiveId" clId="{A9BB2CAF-48F2-48A9-8F22-1972745B928A}" dt="2026-01-19T21:09:50.089" v="3659" actId="21"/>
          <ac:spMkLst>
            <pc:docMk/>
            <pc:sldMk cId="2293727672" sldId="300"/>
            <ac:spMk id="6" creationId="{A87D2809-A60F-6A43-5C6A-39EAEF8C24EE}"/>
          </ac:spMkLst>
        </pc:spChg>
        <pc:spChg chg="del">
          <ac:chgData name="Olesya Kulish" userId="8d369a46ba36c409" providerId="LiveId" clId="{A9BB2CAF-48F2-48A9-8F22-1972745B928A}" dt="2026-01-19T21:09:52.856" v="3660" actId="21"/>
          <ac:spMkLst>
            <pc:docMk/>
            <pc:sldMk cId="2293727672" sldId="300"/>
            <ac:spMk id="8" creationId="{207F92EB-CD11-5D89-2793-73FC4774F983}"/>
          </ac:spMkLst>
        </pc:spChg>
        <pc:spChg chg="add mod">
          <ac:chgData name="Olesya Kulish" userId="8d369a46ba36c409" providerId="LiveId" clId="{A9BB2CAF-48F2-48A9-8F22-1972745B928A}" dt="2026-01-19T21:15:27.638" v="3729" actId="1076"/>
          <ac:spMkLst>
            <pc:docMk/>
            <pc:sldMk cId="2293727672" sldId="300"/>
            <ac:spMk id="13" creationId="{A350458F-A676-1B61-D809-1934BF7DFAB1}"/>
          </ac:spMkLst>
        </pc:spChg>
        <pc:spChg chg="add mod">
          <ac:chgData name="Olesya Kulish" userId="8d369a46ba36c409" providerId="LiveId" clId="{A9BB2CAF-48F2-48A9-8F22-1972745B928A}" dt="2026-01-19T21:16:42.914" v="3740" actId="1076"/>
          <ac:spMkLst>
            <pc:docMk/>
            <pc:sldMk cId="2293727672" sldId="300"/>
            <ac:spMk id="14" creationId="{37735795-2629-689E-E194-745C4F330D3F}"/>
          </ac:spMkLst>
        </pc:spChg>
        <pc:graphicFrameChg chg="del">
          <ac:chgData name="Olesya Kulish" userId="8d369a46ba36c409" providerId="LiveId" clId="{A9BB2CAF-48F2-48A9-8F22-1972745B928A}" dt="2026-01-19T21:09:46.678" v="3658" actId="21"/>
          <ac:graphicFrameMkLst>
            <pc:docMk/>
            <pc:sldMk cId="2293727672" sldId="300"/>
            <ac:graphicFrameMk id="2" creationId="{C2FFFC71-9F3D-A33F-D1B2-573EC33E4EC0}"/>
          </ac:graphicFrameMkLst>
        </pc:graphicFrameChg>
        <pc:graphicFrameChg chg="del">
          <ac:chgData name="Olesya Kulish" userId="8d369a46ba36c409" providerId="LiveId" clId="{A9BB2CAF-48F2-48A9-8F22-1972745B928A}" dt="2026-01-19T21:09:42.810" v="3657" actId="21"/>
          <ac:graphicFrameMkLst>
            <pc:docMk/>
            <pc:sldMk cId="2293727672" sldId="300"/>
            <ac:graphicFrameMk id="5" creationId="{6BD7E195-5EE0-F006-A74A-BBB6EC948525}"/>
          </ac:graphicFrameMkLst>
        </pc:graphicFrameChg>
        <pc:picChg chg="add mod">
          <ac:chgData name="Olesya Kulish" userId="8d369a46ba36c409" providerId="LiveId" clId="{A9BB2CAF-48F2-48A9-8F22-1972745B928A}" dt="2026-01-19T21:15:14.075" v="3728" actId="14100"/>
          <ac:picMkLst>
            <pc:docMk/>
            <pc:sldMk cId="2293727672" sldId="300"/>
            <ac:picMk id="7" creationId="{7A32C1F4-EFBA-2D22-833F-B93D5D512EA7}"/>
          </ac:picMkLst>
        </pc:picChg>
        <pc:picChg chg="add mod">
          <ac:chgData name="Olesya Kulish" userId="8d369a46ba36c409" providerId="LiveId" clId="{A9BB2CAF-48F2-48A9-8F22-1972745B928A}" dt="2026-01-19T21:16:01.690" v="3737" actId="1076"/>
          <ac:picMkLst>
            <pc:docMk/>
            <pc:sldMk cId="2293727672" sldId="300"/>
            <ac:picMk id="10" creationId="{89609812-9D2C-6F52-E75D-9B5FA32E7978}"/>
          </ac:picMkLst>
        </pc:picChg>
        <pc:picChg chg="add mod">
          <ac:chgData name="Olesya Kulish" userId="8d369a46ba36c409" providerId="LiveId" clId="{A9BB2CAF-48F2-48A9-8F22-1972745B928A}" dt="2026-01-19T21:15:53.104" v="3735" actId="1076"/>
          <ac:picMkLst>
            <pc:docMk/>
            <pc:sldMk cId="2293727672" sldId="300"/>
            <ac:picMk id="12" creationId="{B3C891BA-0C07-CBB6-B1C3-E8DF4E1C5950}"/>
          </ac:picMkLst>
        </pc:picChg>
      </pc:sldChg>
      <pc:sldChg chg="addSp delSp modSp add mod modNotesTx">
        <pc:chgData name="Olesya Kulish" userId="8d369a46ba36c409" providerId="LiveId" clId="{A9BB2CAF-48F2-48A9-8F22-1972745B928A}" dt="2026-01-19T21:49:09.809" v="4271" actId="1076"/>
        <pc:sldMkLst>
          <pc:docMk/>
          <pc:sldMk cId="759407389" sldId="301"/>
        </pc:sldMkLst>
        <pc:spChg chg="add del mod">
          <ac:chgData name="Olesya Kulish" userId="8d369a46ba36c409" providerId="LiveId" clId="{A9BB2CAF-48F2-48A9-8F22-1972745B928A}" dt="2026-01-19T21:46:02.050" v="4250" actId="26606"/>
          <ac:spMkLst>
            <pc:docMk/>
            <pc:sldMk cId="759407389" sldId="301"/>
            <ac:spMk id="2" creationId="{850FC320-9645-6347-3D42-3728D375A4D3}"/>
          </ac:spMkLst>
        </pc:spChg>
        <pc:spChg chg="mod">
          <ac:chgData name="Olesya Kulish" userId="8d369a46ba36c409" providerId="LiveId" clId="{A9BB2CAF-48F2-48A9-8F22-1972745B928A}" dt="2026-01-19T21:46:02.050" v="4250" actId="26606"/>
          <ac:spMkLst>
            <pc:docMk/>
            <pc:sldMk cId="759407389" sldId="301"/>
            <ac:spMk id="3" creationId="{CCF94B57-E1D2-C015-66C9-44671E99449C}"/>
          </ac:spMkLst>
        </pc:spChg>
        <pc:spChg chg="del">
          <ac:chgData name="Olesya Kulish" userId="8d369a46ba36c409" providerId="LiveId" clId="{A9BB2CAF-48F2-48A9-8F22-1972745B928A}" dt="2026-01-19T21:31:18.559" v="3746" actId="21"/>
          <ac:spMkLst>
            <pc:docMk/>
            <pc:sldMk cId="759407389" sldId="301"/>
            <ac:spMk id="13" creationId="{C84657FC-AE09-D1FE-AE9A-F5BA50D5007F}"/>
          </ac:spMkLst>
        </pc:spChg>
        <pc:spChg chg="del">
          <ac:chgData name="Olesya Kulish" userId="8d369a46ba36c409" providerId="LiveId" clId="{A9BB2CAF-48F2-48A9-8F22-1972745B928A}" dt="2026-01-19T21:31:13.492" v="3745" actId="21"/>
          <ac:spMkLst>
            <pc:docMk/>
            <pc:sldMk cId="759407389" sldId="301"/>
            <ac:spMk id="14" creationId="{F6076145-4FEB-0C35-CB56-42749FFD8B3E}"/>
          </ac:spMkLst>
        </pc:spChg>
        <pc:graphicFrameChg chg="add mod">
          <ac:chgData name="Olesya Kulish" userId="8d369a46ba36c409" providerId="LiveId" clId="{A9BB2CAF-48F2-48A9-8F22-1972745B928A}" dt="2026-01-19T21:49:09.809" v="4271" actId="1076"/>
          <ac:graphicFrameMkLst>
            <pc:docMk/>
            <pc:sldMk cId="759407389" sldId="301"/>
            <ac:graphicFrameMk id="5" creationId="{ED658AA8-5E47-36F4-A764-B27017FA1465}"/>
          </ac:graphicFrameMkLst>
        </pc:graphicFrameChg>
        <pc:picChg chg="del">
          <ac:chgData name="Olesya Kulish" userId="8d369a46ba36c409" providerId="LiveId" clId="{A9BB2CAF-48F2-48A9-8F22-1972745B928A}" dt="2026-01-19T21:31:02.841" v="3742" actId="21"/>
          <ac:picMkLst>
            <pc:docMk/>
            <pc:sldMk cId="759407389" sldId="301"/>
            <ac:picMk id="7" creationId="{7F0E0FDE-0C81-D1A4-C4D3-6692E8BCA3A8}"/>
          </ac:picMkLst>
        </pc:picChg>
        <pc:picChg chg="del">
          <ac:chgData name="Olesya Kulish" userId="8d369a46ba36c409" providerId="LiveId" clId="{A9BB2CAF-48F2-48A9-8F22-1972745B928A}" dt="2026-01-19T21:31:05.595" v="3743" actId="21"/>
          <ac:picMkLst>
            <pc:docMk/>
            <pc:sldMk cId="759407389" sldId="301"/>
            <ac:picMk id="10" creationId="{1FA63E03-4A15-E696-88F5-807693FF88BC}"/>
          </ac:picMkLst>
        </pc:picChg>
        <pc:picChg chg="del">
          <ac:chgData name="Olesya Kulish" userId="8d369a46ba36c409" providerId="LiveId" clId="{A9BB2CAF-48F2-48A9-8F22-1972745B928A}" dt="2026-01-19T21:31:08.125" v="3744" actId="21"/>
          <ac:picMkLst>
            <pc:docMk/>
            <pc:sldMk cId="759407389" sldId="301"/>
            <ac:picMk id="12" creationId="{0ADFDD18-17EA-97A6-9443-93BA3CF4E6B4}"/>
          </ac:picMkLst>
        </pc:picChg>
      </pc:sldChg>
      <pc:sldChg chg="addSp delSp modSp add mod modClrScheme chgLayout">
        <pc:chgData name="Olesya Kulish" userId="8d369a46ba36c409" providerId="LiveId" clId="{A9BB2CAF-48F2-48A9-8F22-1972745B928A}" dt="2026-01-19T21:53:23.212" v="4376" actId="20577"/>
        <pc:sldMkLst>
          <pc:docMk/>
          <pc:sldMk cId="970359649" sldId="302"/>
        </pc:sldMkLst>
        <pc:spChg chg="del mod">
          <ac:chgData name="Olesya Kulish" userId="8d369a46ba36c409" providerId="LiveId" clId="{A9BB2CAF-48F2-48A9-8F22-1972745B928A}" dt="2026-01-19T21:50:43.572" v="4337" actId="21"/>
          <ac:spMkLst>
            <pc:docMk/>
            <pc:sldMk cId="970359649" sldId="302"/>
            <ac:spMk id="3" creationId="{CFA9FA18-36C7-1C5E-5ABF-15A4A2A61359}"/>
          </ac:spMkLst>
        </pc:spChg>
        <pc:spChg chg="add mod">
          <ac:chgData name="Olesya Kulish" userId="8d369a46ba36c409" providerId="LiveId" clId="{A9BB2CAF-48F2-48A9-8F22-1972745B928A}" dt="2026-01-19T21:51:36.743" v="4346" actId="20577"/>
          <ac:spMkLst>
            <pc:docMk/>
            <pc:sldMk cId="970359649" sldId="302"/>
            <ac:spMk id="4" creationId="{727CF99C-D0C8-9E4D-1EDC-D099972D158A}"/>
          </ac:spMkLst>
        </pc:spChg>
        <pc:spChg chg="add del mod">
          <ac:chgData name="Olesya Kulish" userId="8d369a46ba36c409" providerId="LiveId" clId="{A9BB2CAF-48F2-48A9-8F22-1972745B928A}" dt="2026-01-19T21:53:06.689" v="4366" actId="478"/>
          <ac:spMkLst>
            <pc:docMk/>
            <pc:sldMk cId="970359649" sldId="302"/>
            <ac:spMk id="6" creationId="{CB510DC9-AED4-A17D-5B68-3877588182F3}"/>
          </ac:spMkLst>
        </pc:spChg>
        <pc:spChg chg="add mod">
          <ac:chgData name="Olesya Kulish" userId="8d369a46ba36c409" providerId="LiveId" clId="{A9BB2CAF-48F2-48A9-8F22-1972745B928A}" dt="2026-01-19T21:53:23.212" v="4376" actId="20577"/>
          <ac:spMkLst>
            <pc:docMk/>
            <pc:sldMk cId="970359649" sldId="302"/>
            <ac:spMk id="9" creationId="{C9AC3C7C-E6DD-7EAE-F114-766A0895419C}"/>
          </ac:spMkLst>
        </pc:spChg>
        <pc:graphicFrameChg chg="del mod">
          <ac:chgData name="Olesya Kulish" userId="8d369a46ba36c409" providerId="LiveId" clId="{A9BB2CAF-48F2-48A9-8F22-1972745B928A}" dt="2026-01-19T21:49:33.097" v="4278" actId="21"/>
          <ac:graphicFrameMkLst>
            <pc:docMk/>
            <pc:sldMk cId="970359649" sldId="302"/>
            <ac:graphicFrameMk id="5" creationId="{65925B83-27A8-746D-EBB9-581A7F077D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CAA8B9-BDCB-43C8-8B2A-826A70D997D8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BE67A-7891-4669-8AF7-C2C822053645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de-DE"/>
            <a:t>Compare spending </a:t>
          </a:r>
          <a:endParaRPr lang="en-US"/>
        </a:p>
      </dgm:t>
    </dgm:pt>
    <dgm:pt modelId="{3AE7EF5A-11B6-4471-B4FC-FC8F52D711C6}" type="parTrans" cxnId="{32709A38-7CDF-46CE-9019-0E382F5D06A7}">
      <dgm:prSet/>
      <dgm:spPr/>
      <dgm:t>
        <a:bodyPr/>
        <a:lstStyle/>
        <a:p>
          <a:endParaRPr lang="en-US"/>
        </a:p>
      </dgm:t>
    </dgm:pt>
    <dgm:pt modelId="{86FE702F-9C35-4398-AE1C-A00E285AC42F}" type="sibTrans" cxnId="{32709A38-7CDF-46CE-9019-0E382F5D06A7}">
      <dgm:prSet/>
      <dgm:spPr/>
      <dgm:t>
        <a:bodyPr/>
        <a:lstStyle/>
        <a:p>
          <a:endParaRPr lang="en-US"/>
        </a:p>
      </dgm:t>
    </dgm:pt>
    <dgm:pt modelId="{67B14303-8C13-4BAD-B2BC-C4B122248D8E}">
      <dgm:prSet/>
      <dgm:spPr/>
      <dgm:t>
        <a:bodyPr/>
        <a:lstStyle/>
        <a:p>
          <a:r>
            <a:rPr lang="de-DE"/>
            <a:t>Recession 1920-21 after WW1 (no government intervention) </a:t>
          </a:r>
          <a:endParaRPr lang="en-US"/>
        </a:p>
      </dgm:t>
    </dgm:pt>
    <dgm:pt modelId="{0C2372B3-8474-4353-ACE2-4A067A5126F4}" type="parTrans" cxnId="{A790BF37-C902-449C-9BBC-328D003AC290}">
      <dgm:prSet/>
      <dgm:spPr/>
      <dgm:t>
        <a:bodyPr/>
        <a:lstStyle/>
        <a:p>
          <a:endParaRPr lang="en-US"/>
        </a:p>
      </dgm:t>
    </dgm:pt>
    <dgm:pt modelId="{D4C0844C-8A78-4AF9-8A69-D021AC375531}" type="sibTrans" cxnId="{A790BF37-C902-449C-9BBC-328D003AC290}">
      <dgm:prSet/>
      <dgm:spPr/>
      <dgm:t>
        <a:bodyPr/>
        <a:lstStyle/>
        <a:p>
          <a:endParaRPr lang="en-US"/>
        </a:p>
      </dgm:t>
    </dgm:pt>
    <dgm:pt modelId="{4983A6E0-C797-4351-9F8D-C1E95654540D}">
      <dgm:prSet/>
      <dgm:spPr/>
      <dgm:t>
        <a:bodyPr/>
        <a:lstStyle/>
        <a:p>
          <a:r>
            <a:rPr lang="de-DE"/>
            <a:t>The Great Depression (government intervention)</a:t>
          </a:r>
          <a:endParaRPr lang="en-US"/>
        </a:p>
      </dgm:t>
    </dgm:pt>
    <dgm:pt modelId="{B14D4D03-98C1-42AC-94FC-95584D555065}" type="parTrans" cxnId="{5600F6A5-087D-4222-AA27-D8628DAC0985}">
      <dgm:prSet/>
      <dgm:spPr/>
      <dgm:t>
        <a:bodyPr/>
        <a:lstStyle/>
        <a:p>
          <a:endParaRPr lang="en-US"/>
        </a:p>
      </dgm:t>
    </dgm:pt>
    <dgm:pt modelId="{33E9EEE5-C4C0-4528-8DF0-9366898F89D6}" type="sibTrans" cxnId="{5600F6A5-087D-4222-AA27-D8628DAC0985}">
      <dgm:prSet/>
      <dgm:spPr/>
      <dgm:t>
        <a:bodyPr/>
        <a:lstStyle/>
        <a:p>
          <a:endParaRPr lang="en-US"/>
        </a:p>
      </dgm:t>
    </dgm:pt>
    <dgm:pt modelId="{10EF388F-C6FF-47D2-92B9-ABC52CF9BC5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de-DE"/>
            <a:t>Did federal intervention(RFC/WPA) matter?</a:t>
          </a:r>
          <a:endParaRPr lang="en-US"/>
        </a:p>
      </dgm:t>
    </dgm:pt>
    <dgm:pt modelId="{FF60ED94-B516-4487-9BFA-6330B5C13E59}" type="parTrans" cxnId="{D1BEB375-91B7-4176-86CB-6D010759B40C}">
      <dgm:prSet/>
      <dgm:spPr/>
      <dgm:t>
        <a:bodyPr/>
        <a:lstStyle/>
        <a:p>
          <a:endParaRPr lang="en-US"/>
        </a:p>
      </dgm:t>
    </dgm:pt>
    <dgm:pt modelId="{A4F08E9F-D680-4FD4-9AA7-701DE2812DF4}" type="sibTrans" cxnId="{D1BEB375-91B7-4176-86CB-6D010759B40C}">
      <dgm:prSet/>
      <dgm:spPr/>
      <dgm:t>
        <a:bodyPr/>
        <a:lstStyle/>
        <a:p>
          <a:endParaRPr lang="en-US"/>
        </a:p>
      </dgm:t>
    </dgm:pt>
    <dgm:pt modelId="{A76E7677-2C8A-48FF-AE3B-24B6406A1170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de-DE"/>
            <a:t>Data already available</a:t>
          </a:r>
          <a:endParaRPr lang="en-US"/>
        </a:p>
      </dgm:t>
    </dgm:pt>
    <dgm:pt modelId="{54055357-85F6-4643-AED6-9B1A0829733C}" type="parTrans" cxnId="{24FD5963-D70F-46FB-9DEE-21013AC07CE5}">
      <dgm:prSet/>
      <dgm:spPr/>
      <dgm:t>
        <a:bodyPr/>
        <a:lstStyle/>
        <a:p>
          <a:endParaRPr lang="en-US"/>
        </a:p>
      </dgm:t>
    </dgm:pt>
    <dgm:pt modelId="{AF380A0E-4132-450D-AB10-51CCAD47DD9B}" type="sibTrans" cxnId="{24FD5963-D70F-46FB-9DEE-21013AC07CE5}">
      <dgm:prSet/>
      <dgm:spPr/>
      <dgm:t>
        <a:bodyPr/>
        <a:lstStyle/>
        <a:p>
          <a:endParaRPr lang="en-US"/>
        </a:p>
      </dgm:t>
    </dgm:pt>
    <dgm:pt modelId="{765BDF3B-4E50-45CC-B125-163BED02E179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/>
            <a:t>Create two separate DiD models to estimate</a:t>
          </a:r>
        </a:p>
      </dgm:t>
    </dgm:pt>
    <dgm:pt modelId="{CE8B7F49-3512-451D-9E55-00D6D23B09FC}" type="parTrans" cxnId="{9C221B4C-4BF4-4A0D-AEE4-A0E311943552}">
      <dgm:prSet/>
      <dgm:spPr/>
      <dgm:t>
        <a:bodyPr/>
        <a:lstStyle/>
        <a:p>
          <a:endParaRPr lang="en-US"/>
        </a:p>
      </dgm:t>
    </dgm:pt>
    <dgm:pt modelId="{9118A64F-1CAE-4E4B-A9C3-E2FDCA522369}" type="sibTrans" cxnId="{9C221B4C-4BF4-4A0D-AEE4-A0E311943552}">
      <dgm:prSet/>
      <dgm:spPr/>
      <dgm:t>
        <a:bodyPr/>
        <a:lstStyle/>
        <a:p>
          <a:endParaRPr lang="en-US"/>
        </a:p>
      </dgm:t>
    </dgm:pt>
    <dgm:pt modelId="{6FACE4F0-39FF-4CB2-806C-C6393F821CA2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/>
            <a:t>Comparison of coefficients</a:t>
          </a:r>
        </a:p>
      </dgm:t>
    </dgm:pt>
    <dgm:pt modelId="{5894BAAC-783F-49E2-977B-5919DB2B2043}" type="parTrans" cxnId="{44CF25D0-AA70-46F5-96E2-D0F97C6773D5}">
      <dgm:prSet/>
      <dgm:spPr/>
      <dgm:t>
        <a:bodyPr/>
        <a:lstStyle/>
        <a:p>
          <a:endParaRPr lang="en-US"/>
        </a:p>
      </dgm:t>
    </dgm:pt>
    <dgm:pt modelId="{04DBE8D4-2B8E-47BD-B9DF-21E40F91D996}" type="sibTrans" cxnId="{44CF25D0-AA70-46F5-96E2-D0F97C6773D5}">
      <dgm:prSet/>
      <dgm:spPr/>
      <dgm:t>
        <a:bodyPr/>
        <a:lstStyle/>
        <a:p>
          <a:endParaRPr lang="en-US"/>
        </a:p>
      </dgm:t>
    </dgm:pt>
    <dgm:pt modelId="{2359271B-5958-4119-86C9-BA59A1D997ED}" type="pres">
      <dgm:prSet presAssocID="{54CAA8B9-BDCB-43C8-8B2A-826A70D997D8}" presName="linear" presStyleCnt="0">
        <dgm:presLayoutVars>
          <dgm:animLvl val="lvl"/>
          <dgm:resizeHandles val="exact"/>
        </dgm:presLayoutVars>
      </dgm:prSet>
      <dgm:spPr/>
    </dgm:pt>
    <dgm:pt modelId="{4D2F85B1-E67B-4CBD-AFBF-00C4DE8AB523}" type="pres">
      <dgm:prSet presAssocID="{723BE67A-7891-4669-8AF7-C2C8220536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3B74DE5-6F3B-418B-931F-1878B10E1291}" type="pres">
      <dgm:prSet presAssocID="{723BE67A-7891-4669-8AF7-C2C822053645}" presName="childText" presStyleLbl="revTx" presStyleIdx="0" presStyleCnt="1">
        <dgm:presLayoutVars>
          <dgm:bulletEnabled val="1"/>
        </dgm:presLayoutVars>
      </dgm:prSet>
      <dgm:spPr/>
    </dgm:pt>
    <dgm:pt modelId="{251EB13B-DFA9-4A27-A149-DEA5EC08D386}" type="pres">
      <dgm:prSet presAssocID="{10EF388F-C6FF-47D2-92B9-ABC52CF9BC5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06659FF-69E5-44E7-BC03-1C5633C3DFFB}" type="pres">
      <dgm:prSet presAssocID="{A4F08E9F-D680-4FD4-9AA7-701DE2812DF4}" presName="spacer" presStyleCnt="0"/>
      <dgm:spPr/>
    </dgm:pt>
    <dgm:pt modelId="{9C2D13B4-C000-48AC-B9D4-64CABA769064}" type="pres">
      <dgm:prSet presAssocID="{A76E7677-2C8A-48FF-AE3B-24B6406A117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3A42BF7-E757-4C01-BE58-2C569D650F49}" type="pres">
      <dgm:prSet presAssocID="{AF380A0E-4132-450D-AB10-51CCAD47DD9B}" presName="spacer" presStyleCnt="0"/>
      <dgm:spPr/>
    </dgm:pt>
    <dgm:pt modelId="{F1EF281A-8698-4B76-B2FA-89BED9F99B70}" type="pres">
      <dgm:prSet presAssocID="{765BDF3B-4E50-45CC-B125-163BED02E17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E31CE6E-575A-4BB0-B8C3-570C5E3B0695}" type="pres">
      <dgm:prSet presAssocID="{9118A64F-1CAE-4E4B-A9C3-E2FDCA522369}" presName="spacer" presStyleCnt="0"/>
      <dgm:spPr/>
    </dgm:pt>
    <dgm:pt modelId="{082EF495-AB76-4F20-BFDC-8D311709BB10}" type="pres">
      <dgm:prSet presAssocID="{6FACE4F0-39FF-4CB2-806C-C6393F821CA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9883E2D-FA3C-4AA7-A9A5-92C59F1BEBB1}" type="presOf" srcId="{723BE67A-7891-4669-8AF7-C2C822053645}" destId="{4D2F85B1-E67B-4CBD-AFBF-00C4DE8AB523}" srcOrd="0" destOrd="0" presId="urn:microsoft.com/office/officeart/2005/8/layout/vList2"/>
    <dgm:cxn modelId="{A790BF37-C902-449C-9BBC-328D003AC290}" srcId="{723BE67A-7891-4669-8AF7-C2C822053645}" destId="{67B14303-8C13-4BAD-B2BC-C4B122248D8E}" srcOrd="0" destOrd="0" parTransId="{0C2372B3-8474-4353-ACE2-4A067A5126F4}" sibTransId="{D4C0844C-8A78-4AF9-8A69-D021AC375531}"/>
    <dgm:cxn modelId="{32709A38-7CDF-46CE-9019-0E382F5D06A7}" srcId="{54CAA8B9-BDCB-43C8-8B2A-826A70D997D8}" destId="{723BE67A-7891-4669-8AF7-C2C822053645}" srcOrd="0" destOrd="0" parTransId="{3AE7EF5A-11B6-4471-B4FC-FC8F52D711C6}" sibTransId="{86FE702F-9C35-4398-AE1C-A00E285AC42F}"/>
    <dgm:cxn modelId="{D43B133B-CA5B-4EA0-8814-74D21CDA2DE3}" type="presOf" srcId="{765BDF3B-4E50-45CC-B125-163BED02E179}" destId="{F1EF281A-8698-4B76-B2FA-89BED9F99B70}" srcOrd="0" destOrd="0" presId="urn:microsoft.com/office/officeart/2005/8/layout/vList2"/>
    <dgm:cxn modelId="{24FD5963-D70F-46FB-9DEE-21013AC07CE5}" srcId="{54CAA8B9-BDCB-43C8-8B2A-826A70D997D8}" destId="{A76E7677-2C8A-48FF-AE3B-24B6406A1170}" srcOrd="2" destOrd="0" parTransId="{54055357-85F6-4643-AED6-9B1A0829733C}" sibTransId="{AF380A0E-4132-450D-AB10-51CCAD47DD9B}"/>
    <dgm:cxn modelId="{E4A0DD49-43AF-4353-A3D6-C60048B7FD03}" type="presOf" srcId="{10EF388F-C6FF-47D2-92B9-ABC52CF9BC57}" destId="{251EB13B-DFA9-4A27-A149-DEA5EC08D386}" srcOrd="0" destOrd="0" presId="urn:microsoft.com/office/officeart/2005/8/layout/vList2"/>
    <dgm:cxn modelId="{9C221B4C-4BF4-4A0D-AEE4-A0E311943552}" srcId="{54CAA8B9-BDCB-43C8-8B2A-826A70D997D8}" destId="{765BDF3B-4E50-45CC-B125-163BED02E179}" srcOrd="3" destOrd="0" parTransId="{CE8B7F49-3512-451D-9E55-00D6D23B09FC}" sibTransId="{9118A64F-1CAE-4E4B-A9C3-E2FDCA522369}"/>
    <dgm:cxn modelId="{D1BEB375-91B7-4176-86CB-6D010759B40C}" srcId="{54CAA8B9-BDCB-43C8-8B2A-826A70D997D8}" destId="{10EF388F-C6FF-47D2-92B9-ABC52CF9BC57}" srcOrd="1" destOrd="0" parTransId="{FF60ED94-B516-4487-9BFA-6330B5C13E59}" sibTransId="{A4F08E9F-D680-4FD4-9AA7-701DE2812DF4}"/>
    <dgm:cxn modelId="{EC14627B-D88D-44DC-9D90-C5A485140DDC}" type="presOf" srcId="{4983A6E0-C797-4351-9F8D-C1E95654540D}" destId="{03B74DE5-6F3B-418B-931F-1878B10E1291}" srcOrd="0" destOrd="1" presId="urn:microsoft.com/office/officeart/2005/8/layout/vList2"/>
    <dgm:cxn modelId="{5600F6A5-087D-4222-AA27-D8628DAC0985}" srcId="{723BE67A-7891-4669-8AF7-C2C822053645}" destId="{4983A6E0-C797-4351-9F8D-C1E95654540D}" srcOrd="1" destOrd="0" parTransId="{B14D4D03-98C1-42AC-94FC-95584D555065}" sibTransId="{33E9EEE5-C4C0-4528-8DF0-9366898F89D6}"/>
    <dgm:cxn modelId="{96DA3ABA-FFA0-4613-A478-63D6421AB735}" type="presOf" srcId="{A76E7677-2C8A-48FF-AE3B-24B6406A1170}" destId="{9C2D13B4-C000-48AC-B9D4-64CABA769064}" srcOrd="0" destOrd="0" presId="urn:microsoft.com/office/officeart/2005/8/layout/vList2"/>
    <dgm:cxn modelId="{B9A1C7BB-6313-489D-ADE1-C6B3F3316C80}" type="presOf" srcId="{6FACE4F0-39FF-4CB2-806C-C6393F821CA2}" destId="{082EF495-AB76-4F20-BFDC-8D311709BB10}" srcOrd="0" destOrd="0" presId="urn:microsoft.com/office/officeart/2005/8/layout/vList2"/>
    <dgm:cxn modelId="{44CF25D0-AA70-46F5-96E2-D0F97C6773D5}" srcId="{54CAA8B9-BDCB-43C8-8B2A-826A70D997D8}" destId="{6FACE4F0-39FF-4CB2-806C-C6393F821CA2}" srcOrd="4" destOrd="0" parTransId="{5894BAAC-783F-49E2-977B-5919DB2B2043}" sibTransId="{04DBE8D4-2B8E-47BD-B9DF-21E40F91D996}"/>
    <dgm:cxn modelId="{7DC53CEA-8B06-499D-B543-F317CC5A4C24}" type="presOf" srcId="{67B14303-8C13-4BAD-B2BC-C4B122248D8E}" destId="{03B74DE5-6F3B-418B-931F-1878B10E1291}" srcOrd="0" destOrd="0" presId="urn:microsoft.com/office/officeart/2005/8/layout/vList2"/>
    <dgm:cxn modelId="{D01471EE-6750-4250-B8C7-B2B8B1939484}" type="presOf" srcId="{54CAA8B9-BDCB-43C8-8B2A-826A70D997D8}" destId="{2359271B-5958-4119-86C9-BA59A1D997ED}" srcOrd="0" destOrd="0" presId="urn:microsoft.com/office/officeart/2005/8/layout/vList2"/>
    <dgm:cxn modelId="{8EFC7972-A4EA-41D0-8B90-A130090AA6AA}" type="presParOf" srcId="{2359271B-5958-4119-86C9-BA59A1D997ED}" destId="{4D2F85B1-E67B-4CBD-AFBF-00C4DE8AB523}" srcOrd="0" destOrd="0" presId="urn:microsoft.com/office/officeart/2005/8/layout/vList2"/>
    <dgm:cxn modelId="{5B3EA346-8CE9-493D-B975-677E8D965728}" type="presParOf" srcId="{2359271B-5958-4119-86C9-BA59A1D997ED}" destId="{03B74DE5-6F3B-418B-931F-1878B10E1291}" srcOrd="1" destOrd="0" presId="urn:microsoft.com/office/officeart/2005/8/layout/vList2"/>
    <dgm:cxn modelId="{2762FF90-4F8B-4439-9728-60A5F64D9885}" type="presParOf" srcId="{2359271B-5958-4119-86C9-BA59A1D997ED}" destId="{251EB13B-DFA9-4A27-A149-DEA5EC08D386}" srcOrd="2" destOrd="0" presId="urn:microsoft.com/office/officeart/2005/8/layout/vList2"/>
    <dgm:cxn modelId="{EE7F3656-A165-4ED0-86DE-E72383C6C823}" type="presParOf" srcId="{2359271B-5958-4119-86C9-BA59A1D997ED}" destId="{906659FF-69E5-44E7-BC03-1C5633C3DFFB}" srcOrd="3" destOrd="0" presId="urn:microsoft.com/office/officeart/2005/8/layout/vList2"/>
    <dgm:cxn modelId="{8AE9EBC5-53B7-4539-ABC3-BE7F7008DE14}" type="presParOf" srcId="{2359271B-5958-4119-86C9-BA59A1D997ED}" destId="{9C2D13B4-C000-48AC-B9D4-64CABA769064}" srcOrd="4" destOrd="0" presId="urn:microsoft.com/office/officeart/2005/8/layout/vList2"/>
    <dgm:cxn modelId="{FD028954-C3CB-4E36-A7BC-A8408FC6795E}" type="presParOf" srcId="{2359271B-5958-4119-86C9-BA59A1D997ED}" destId="{E3A42BF7-E757-4C01-BE58-2C569D650F49}" srcOrd="5" destOrd="0" presId="urn:microsoft.com/office/officeart/2005/8/layout/vList2"/>
    <dgm:cxn modelId="{5DC53AE8-AC00-45E6-97BC-A52F07B16221}" type="presParOf" srcId="{2359271B-5958-4119-86C9-BA59A1D997ED}" destId="{F1EF281A-8698-4B76-B2FA-89BED9F99B70}" srcOrd="6" destOrd="0" presId="urn:microsoft.com/office/officeart/2005/8/layout/vList2"/>
    <dgm:cxn modelId="{A33AA18E-33B6-4829-B3F0-A8468B8348E3}" type="presParOf" srcId="{2359271B-5958-4119-86C9-BA59A1D997ED}" destId="{3E31CE6E-575A-4BB0-B8C3-570C5E3B0695}" srcOrd="7" destOrd="0" presId="urn:microsoft.com/office/officeart/2005/8/layout/vList2"/>
    <dgm:cxn modelId="{14A52FF5-5073-4DC6-89EC-AD1286F6CF1C}" type="presParOf" srcId="{2359271B-5958-4119-86C9-BA59A1D997ED}" destId="{082EF495-AB76-4F20-BFDC-8D311709BB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F85B1-E67B-4CBD-AFBF-00C4DE8AB523}">
      <dsp:nvSpPr>
        <dsp:cNvPr id="0" name=""/>
        <dsp:cNvSpPr/>
      </dsp:nvSpPr>
      <dsp:spPr>
        <a:xfrm>
          <a:off x="0" y="13126"/>
          <a:ext cx="9143538" cy="599625"/>
        </a:xfrm>
        <a:prstGeom prst="roundRect">
          <a:avLst/>
        </a:prstGeom>
        <a:solidFill>
          <a:schemeClr val="accent2">
            <a:lumMod val="5000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Compare spending </a:t>
          </a:r>
          <a:endParaRPr lang="en-US" sz="2500" kern="1200"/>
        </a:p>
      </dsp:txBody>
      <dsp:txXfrm>
        <a:off x="29271" y="42397"/>
        <a:ext cx="9084996" cy="541083"/>
      </dsp:txXfrm>
    </dsp:sp>
    <dsp:sp modelId="{03B74DE5-6F3B-418B-931F-1878B10E1291}">
      <dsp:nvSpPr>
        <dsp:cNvPr id="0" name=""/>
        <dsp:cNvSpPr/>
      </dsp:nvSpPr>
      <dsp:spPr>
        <a:xfrm>
          <a:off x="0" y="612751"/>
          <a:ext cx="9143538" cy="685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030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000" kern="1200"/>
            <a:t>Recession 1920-21 after WW1 (no government intervention)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000" kern="1200"/>
            <a:t>The Great Depression (government intervention)</a:t>
          </a:r>
          <a:endParaRPr lang="en-US" sz="2000" kern="1200"/>
        </a:p>
      </dsp:txBody>
      <dsp:txXfrm>
        <a:off x="0" y="612751"/>
        <a:ext cx="9143538" cy="685687"/>
      </dsp:txXfrm>
    </dsp:sp>
    <dsp:sp modelId="{251EB13B-DFA9-4A27-A149-DEA5EC08D386}">
      <dsp:nvSpPr>
        <dsp:cNvPr id="0" name=""/>
        <dsp:cNvSpPr/>
      </dsp:nvSpPr>
      <dsp:spPr>
        <a:xfrm>
          <a:off x="0" y="1298438"/>
          <a:ext cx="9143538" cy="599625"/>
        </a:xfrm>
        <a:prstGeom prst="roundRect">
          <a:avLst/>
        </a:prstGeom>
        <a:solidFill>
          <a:schemeClr val="accent2">
            <a:lumMod val="5000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Did federal intervention(RFC/WPA) matter?</a:t>
          </a:r>
          <a:endParaRPr lang="en-US" sz="2500" kern="1200"/>
        </a:p>
      </dsp:txBody>
      <dsp:txXfrm>
        <a:off x="29271" y="1327709"/>
        <a:ext cx="9084996" cy="541083"/>
      </dsp:txXfrm>
    </dsp:sp>
    <dsp:sp modelId="{9C2D13B4-C000-48AC-B9D4-64CABA769064}">
      <dsp:nvSpPr>
        <dsp:cNvPr id="0" name=""/>
        <dsp:cNvSpPr/>
      </dsp:nvSpPr>
      <dsp:spPr>
        <a:xfrm>
          <a:off x="0" y="1970063"/>
          <a:ext cx="9143538" cy="599625"/>
        </a:xfrm>
        <a:prstGeom prst="roundRect">
          <a:avLst/>
        </a:prstGeom>
        <a:solidFill>
          <a:schemeClr val="accent2">
            <a:lumMod val="5000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Data already available</a:t>
          </a:r>
          <a:endParaRPr lang="en-US" sz="2500" kern="1200"/>
        </a:p>
      </dsp:txBody>
      <dsp:txXfrm>
        <a:off x="29271" y="1999334"/>
        <a:ext cx="9084996" cy="541083"/>
      </dsp:txXfrm>
    </dsp:sp>
    <dsp:sp modelId="{F1EF281A-8698-4B76-B2FA-89BED9F99B70}">
      <dsp:nvSpPr>
        <dsp:cNvPr id="0" name=""/>
        <dsp:cNvSpPr/>
      </dsp:nvSpPr>
      <dsp:spPr>
        <a:xfrm>
          <a:off x="0" y="2641688"/>
          <a:ext cx="9143538" cy="599625"/>
        </a:xfrm>
        <a:prstGeom prst="roundRect">
          <a:avLst/>
        </a:prstGeom>
        <a:solidFill>
          <a:schemeClr val="accent2">
            <a:lumMod val="5000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 two separate DiD models to estimate</a:t>
          </a:r>
        </a:p>
      </dsp:txBody>
      <dsp:txXfrm>
        <a:off x="29271" y="2670959"/>
        <a:ext cx="9084996" cy="541083"/>
      </dsp:txXfrm>
    </dsp:sp>
    <dsp:sp modelId="{082EF495-AB76-4F20-BFDC-8D311709BB10}">
      <dsp:nvSpPr>
        <dsp:cNvPr id="0" name=""/>
        <dsp:cNvSpPr/>
      </dsp:nvSpPr>
      <dsp:spPr>
        <a:xfrm>
          <a:off x="0" y="3313313"/>
          <a:ext cx="9143538" cy="599625"/>
        </a:xfrm>
        <a:prstGeom prst="roundRect">
          <a:avLst/>
        </a:prstGeom>
        <a:solidFill>
          <a:schemeClr val="accent2">
            <a:lumMod val="5000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Comparison of coefficients</a:t>
          </a:r>
        </a:p>
      </dsp:txBody>
      <dsp:txXfrm>
        <a:off x="29271" y="3342584"/>
        <a:ext cx="9084996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511072B-2508-491E-8628-32B465835D93}" type="datetime1">
              <a:rPr lang="de-DE" smtClean="0">
                <a:latin typeface="Calibri" panose="020F0502020204030204" pitchFamily="34" charset="0"/>
              </a:rPr>
              <a:t>20.01.2026</a:t>
            </a:fld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4886E15-F82A-4596-A46C-375C6D3981E1}" type="slidenum">
              <a:rPr lang="de-DE" smtClean="0">
                <a:latin typeface="Calibri" panose="020F0502020204030204" pitchFamily="34" charset="0"/>
              </a:rPr>
              <a:t>‹Nr.›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1D1425A-A3E5-4FAF-AEDC-715C41035A68}" type="datetime1">
              <a:rPr lang="de-DE" noProof="0" smtClean="0"/>
              <a:t>19.01.2026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F105DB2-FD3E-441D-8B7E-7AE83ECE27B3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>
                <a:latin typeface="Calibri" panose="020F0502020204030204" pitchFamily="34" charset="0"/>
              </a:rPr>
              <a:t>Look </a:t>
            </a:r>
            <a:r>
              <a:rPr lang="de-DE" dirty="0" err="1">
                <a:latin typeface="Calibri" panose="020F0502020204030204" pitchFamily="34" charset="0"/>
              </a:rPr>
              <a:t>for</a:t>
            </a:r>
            <a:r>
              <a:rPr lang="de-DE" dirty="0">
                <a:latin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</a:rPr>
              <a:t>tipin</a:t>
            </a:r>
            <a:r>
              <a:rPr lang="de-DE" dirty="0">
                <a:latin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</a:rPr>
              <a:t>the</a:t>
            </a:r>
            <a:r>
              <a:rPr lang="de-DE" dirty="0">
                <a:latin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</a:rPr>
              <a:t>text</a:t>
            </a:r>
            <a:r>
              <a:rPr lang="de-DE" dirty="0">
                <a:latin typeface="Calibri" panose="020F0502020204030204" pitchFamily="34" charset="0"/>
              </a:rPr>
              <a:t>, </a:t>
            </a:r>
            <a:r>
              <a:rPr lang="de-DE" dirty="0" err="1">
                <a:latin typeface="Calibri" panose="020F0502020204030204" pitchFamily="34" charset="0"/>
              </a:rPr>
              <a:t>exclude</a:t>
            </a:r>
            <a:r>
              <a:rPr lang="de-DE" dirty="0">
                <a:latin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</a:rPr>
              <a:t>table</a:t>
            </a:r>
            <a:r>
              <a:rPr lang="de-DE">
                <a:latin typeface="Calibri" panose="020F0502020204030204" pitchFamily="34" charset="0"/>
              </a:rPr>
              <a:t> 3 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27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600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3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4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4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730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57CC-7476-0E0C-E9A7-EFB8C90F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B7AA22-929F-9D52-2A3E-F299B2989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EE9C6A-BA37-975D-CFC3-D867055E0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0C49DF-4D7F-C0F8-4510-F5EC447F7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5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007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9ED4-F7A4-9802-32AC-4707C01E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027CC67-E7BD-314E-9F3E-17093C20B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095361-B216-CBD0-8854-C8B813BD9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F7A8DE-C9E6-06D1-B573-35F57CC97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6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38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7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74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4863-32F5-BA2E-DA68-7277DD70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859148-418F-3003-4793-5F2F778B2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09EB63C-F88C-4C29-D787-9B1EC6C83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9627CD-DC3F-7B01-F8CE-D4BB772C5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8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054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7574-84C2-1E36-B042-BA03EBC4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8E27A3-B15D-93DC-597D-8C0B8914D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772488-0DCA-8000-E057-DC021731F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419464-D6E9-23EB-1939-6D9A0B62E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9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736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BED3-E8E9-0C9A-DE05-07996C88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01C32F-7DE6-BCE4-C556-FACFD9005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ABE8B0-DD1C-D55E-81AA-0E5AACFD3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0CA973-B3F6-B163-3FE9-0D17A7F4AA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10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271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066C-9EE3-461A-1AAF-819DACEA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67748A-6C28-61AB-FE21-D73E042BB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65D05C-98E3-A2AA-B58A-FA379B028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2E9F6C-B8B9-C10C-F587-5817C4E1C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11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76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70AD-91C0-85B4-AECD-90350C33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E994BB-65C6-0DF2-4628-5B63C1F79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3D7297-C539-1ADC-6E2C-D043984E1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894AC5-F184-21F5-8DAE-C9BB6DD77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12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59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1996-9AA8-2DA9-03D3-5FDD6B65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B03A8D-FD2A-2ABD-C70F-86560E28C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06A0EA-DAE5-6FE4-DD4F-B167A7432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228600" indent="-228600" rtl="0">
              <a:buAutoNum type="arabicParenBoth"/>
            </a:pPr>
            <a:r>
              <a:rPr lang="de-DE" sz="1100" dirty="0"/>
              <a:t>State </a:t>
            </a:r>
            <a:r>
              <a:rPr lang="de-DE" sz="1100" dirty="0" err="1"/>
              <a:t>fixed</a:t>
            </a:r>
            <a:r>
              <a:rPr lang="de-DE" sz="1100" dirty="0"/>
              <a:t> </a:t>
            </a:r>
            <a:r>
              <a:rPr lang="de-DE" sz="1100" dirty="0" err="1"/>
              <a:t>effects</a:t>
            </a:r>
            <a:r>
              <a:rPr lang="de-DE" sz="1100" dirty="0"/>
              <a:t> and </a:t>
            </a:r>
            <a:r>
              <a:rPr lang="de-DE" sz="1100" dirty="0" err="1"/>
              <a:t>population</a:t>
            </a:r>
            <a:br>
              <a:rPr lang="de-DE" sz="1100" dirty="0"/>
            </a:br>
            <a:r>
              <a:rPr lang="de-DE" sz="1100" dirty="0" err="1"/>
              <a:t>explain</a:t>
            </a:r>
            <a:r>
              <a:rPr lang="de-DE" sz="1100" dirty="0"/>
              <a:t> 18%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variation</a:t>
            </a:r>
            <a:r>
              <a:rPr lang="de-DE" sz="1100" dirty="0"/>
              <a:t> in </a:t>
            </a:r>
            <a:r>
              <a:rPr lang="de-DE" sz="1100" dirty="0" err="1"/>
              <a:t>leverage</a:t>
            </a:r>
            <a:br>
              <a:rPr lang="de-DE" sz="1100" dirty="0"/>
            </a:br>
            <a:r>
              <a:rPr lang="de-DE" sz="1100" dirty="0"/>
              <a:t>(2) </a:t>
            </a:r>
            <a:r>
              <a:rPr lang="en-US" sz="1100" dirty="0"/>
              <a:t>Same but adds Prior Capital Outlay (1924-1929</a:t>
            </a:r>
            <a:r>
              <a:rPr lang="en-US" dirty="0"/>
              <a:t>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Controls for cities that already spent a lot on infrastructure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Tests if spending history explains leverage, or if population does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Column 5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— Debt/Revenue ~ Population + Prior Debt (1924) + Prior Outlay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Adds debt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lag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— cities that were already leveraged in 1924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Tests if past debt predicts 1929 debt (persistence)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Uses state fixed effects (accounts for state-level factors)</a:t>
            </a:r>
          </a:p>
          <a:p>
            <a:pPr marL="0" indent="0" rtl="0">
              <a:buNone/>
            </a:pP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07B3AD-3106-182E-817D-2F59F6D98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13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834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78E-8B38-F4CB-4797-2944B80C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D08E59-997E-8985-48B6-1F731E6C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DB3FCA-FA5C-651C-15F1-5E741A26D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BB7B7-0313-D8EB-4783-535FA39AE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14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763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CB3F-BE69-EED4-4DBE-608F28DE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9F2A6B-6E09-3295-70B4-83963EF9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6B9A293-0188-29B1-7153-7063DE571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DE" sz="1200" b="1" dirty="0" err="1"/>
              <a:t>one-year</a:t>
            </a:r>
            <a:r>
              <a:rPr lang="de-DE" sz="1200" b="1" dirty="0"/>
              <a:t> </a:t>
            </a:r>
            <a:r>
              <a:rPr lang="de-DE" sz="1200" b="1" dirty="0" err="1"/>
              <a:t>snapshot</a:t>
            </a:r>
            <a:r>
              <a:rPr lang="de-DE" sz="1200" dirty="0"/>
              <a:t> </a:t>
            </a:r>
            <a:r>
              <a:rPr lang="de-DE" sz="1200" dirty="0" err="1"/>
              <a:t>analysis</a:t>
            </a:r>
            <a:endParaRPr lang="de-DE" sz="1200" dirty="0"/>
          </a:p>
          <a:p>
            <a:endParaRPr lang="de-DE" sz="1200" dirty="0"/>
          </a:p>
          <a:p>
            <a:r>
              <a:rPr lang="en-US" sz="1200" b="1" dirty="0"/>
              <a:t>m2</a:t>
            </a:r>
            <a:r>
              <a:rPr lang="en-US" sz="1200" dirty="0"/>
              <a:t> adds prior spending to see if it explains leverage better than population alone</a:t>
            </a:r>
          </a:p>
          <a:p>
            <a:endParaRPr lang="en-US" sz="1200" dirty="0"/>
          </a:p>
          <a:p>
            <a:r>
              <a:rPr lang="en-US" sz="1200" b="1" dirty="0"/>
              <a:t>m5</a:t>
            </a:r>
            <a:r>
              <a:rPr lang="en-US" sz="1200" dirty="0"/>
              <a:t> adds a </a:t>
            </a:r>
            <a:r>
              <a:rPr lang="en-US" sz="1200" b="1" dirty="0"/>
              <a:t>lagged debt variable</a:t>
            </a:r>
            <a:r>
              <a:rPr lang="en-US" sz="1200" dirty="0"/>
              <a:t> (debt from 1924) to show leverage is persistent — cities with high debt stay leveraged</a:t>
            </a:r>
            <a:endParaRPr lang="de-DE" sz="1200" dirty="0"/>
          </a:p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FB9CDD-7EB2-FFE9-31FB-9A485E1D3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15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014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CAE1-6898-D4C3-E8D7-55017906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310A32B-C2CC-7765-234E-3E95A25A9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1979DB-8156-3B66-8C02-E5E34A6D1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dirty="0">
                <a:latin typeface="Calibri" panose="020F0502020204030204" pitchFamily="34" charset="0"/>
              </a:rPr>
              <a:t>tests whether bond-financed debt (1929) affected maintenance &amp; depreciation spending </a:t>
            </a:r>
          </a:p>
          <a:p>
            <a:pPr rtl="0"/>
            <a:r>
              <a:rPr lang="en-US" dirty="0">
                <a:latin typeface="Calibri" panose="020F0502020204030204" pitchFamily="34" charset="0"/>
              </a:rPr>
              <a:t>It's a difference-in-differences design</a:t>
            </a:r>
          </a:p>
          <a:p>
            <a:pPr rtl="0"/>
            <a:r>
              <a:rPr lang="en-US" dirty="0">
                <a:latin typeface="Calibri" panose="020F0502020204030204" pitchFamily="34" charset="0"/>
              </a:rPr>
              <a:t>Column 1: Basic </a:t>
            </a:r>
            <a:r>
              <a:rPr lang="en-US" dirty="0" err="1">
                <a:latin typeface="Calibri" panose="020F0502020204030204" pitchFamily="34" charset="0"/>
              </a:rPr>
              <a:t>DiD</a:t>
            </a:r>
            <a:r>
              <a:rPr lang="en-US" dirty="0">
                <a:latin typeface="Calibri" panose="020F0502020204030204" pitchFamily="34" charset="0"/>
              </a:rPr>
              <a:t> — only City FE + Year FE-</a:t>
            </a:r>
          </a:p>
          <a:p>
            <a:pPr rtl="0"/>
            <a:r>
              <a:rPr lang="en-US" dirty="0">
                <a:latin typeface="Calibri" panose="020F0502020204030204" pitchFamily="34" charset="0"/>
              </a:rPr>
              <a:t>Column 4: Full spec — adds population controls (1930 pop, 1920–30 pop growth), revenue controls (lagged revenue), and interacts them with year FE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7D8C35-D9D8-2DAE-AFF6-37AA4AF82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16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320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9E60-FCA1-231F-E9EB-6CA5DB83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4633AA-7560-068C-A765-271B430E0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7B3146-0C7C-8430-0E4C-B699F324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0C2545-D94D-0927-2C47-94511DB83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17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6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0150-4BF2-DF03-8982-E4B576F7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4089F5-340F-0D04-2525-DCEC1DE83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D55B2E-56AA-0783-BFCD-ED2E61069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1200" dirty="0"/>
              <a:t>Treatment variable </a:t>
            </a:r>
            <a:r>
              <a:rPr lang="de-DE" sz="1200" dirty="0" err="1"/>
              <a:t>setup</a:t>
            </a:r>
            <a:r>
              <a:rPr lang="de-DE" sz="1200" dirty="0"/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Period Indicators for </a:t>
            </a:r>
            <a:r>
              <a:rPr lang="en-US" sz="1200" dirty="0" err="1"/>
              <a:t>DiD</a:t>
            </a:r>
            <a:r>
              <a:rPr lang="en-US" sz="1200" dirty="0"/>
              <a:t> (time variation)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6896D7-E8D6-E020-5067-B11124237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18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99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01B8-55F2-AB22-C6CF-16D2E6CD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3FD045-A3B2-851C-C7AC-7847E14FD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B97D4F-23BF-D9FA-1966-D0D47FA63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5BB8B-DF53-AAAC-47BB-CB1747914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19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00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6390-EC83-32B6-9E76-A6F15F79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B39D3E-70FF-4376-0F2B-C1A77EDD2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BE36AC-B622-326C-54EB-9B0D8DB62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Replication is difficult even with published code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Sample construction drives most differences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fixest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vs Stata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xtreg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have subtle algorithmic differences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matched specifications as closely as possible</a:t>
            </a:r>
          </a:p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70780F-FD8B-D0F7-4476-F149AFE7A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20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083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02452-EBE2-07B5-9FF2-67AE1D80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66CB826-113B-009D-DEE1-7809F4CDD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837421-C612-CCB4-E7A1-204269543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FE-OLS on Maintenance Spending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How much does leverage causally reduce maintenance spending?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2446F1-FDE4-B4EA-8DEF-8103219BA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21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190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FD81-1FA3-10E7-5759-AF44E149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2B12666-BBE5-7C79-1F77-DD046BA6E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B4843A-CAE1-CD32-5E5E-44C572ABB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Poisson Pseudo Maximum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Likelihood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on Capital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Outlay</a:t>
            </a:r>
            <a:endParaRPr lang="de-DE" sz="1200" b="0" i="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How does leverage affect the NUMBER of capital projects?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17982-105A-6CA5-2181-F613482C8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22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28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9782-8F0E-1AA8-8A6C-05AD3537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806A88-894A-3C2E-6E17-EBE33BDED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978E02-04CE-1E27-5FE3-1C3C106B1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2DD6D7-C0E2-566F-CC43-8E8BFE784D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23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766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1259-5723-B79F-3B8F-E3E76E55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8E2571B-66C6-CE85-F75B-9121FD44A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03009D-F607-AC57-C3B6-4D67963A1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6001F2-F765-6220-04B7-1F9CB4FA6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24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30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FA95-3734-A0FB-48DB-7331BD8D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E9B0C4D-7D1D-8E9E-2717-EEE4E6BB5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EEB4E46-4E94-9BDF-DDDD-FA92FFF99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7C9CB0-6593-D4C0-D45C-390D8FB96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25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009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C029-5125-7F2B-F3FF-9436B4C9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1D8D20-E7FA-7A43-9AE6-8EE6EDD85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B1EB0E-4937-1CF8-1F03-AA3BEA06C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Compare high-leverage vs low-leverage cities across time periods while controlling for confounds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continuous spending = OLS, count data = Poisson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7B2D2A-DEEE-4A13-05A6-E7962C722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26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673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9C94B-383D-36D0-28F5-1456DFD2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9F611E-FF05-5300-C68E-E8546E954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44D83A-1599-665E-3D6B-CCB36BCDE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FA9CC2-2C73-E2BE-8519-2D8DF30A3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27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066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D959-42E3-D461-6117-9BDD4180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BD138B-0BE6-6AC4-77A5-49A12B408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5B8CDF-7938-23FD-6889-7DCB68522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5B52A5-4830-F427-EF34-F7724EA5A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de-DE" smtClean="0">
                <a:latin typeface="Calibri" panose="020F0502020204030204" pitchFamily="34" charset="0"/>
              </a:rPr>
              <a:t>28</a:t>
            </a:fld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9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block"/>
          <p:cNvSpPr/>
          <p:nvPr/>
        </p:nvSpPr>
        <p:spPr bwMode="invGray">
          <a:xfrm>
            <a:off x="1141413" y="1600200"/>
            <a:ext cx="1104741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</a:endParaRPr>
          </a:p>
        </p:txBody>
      </p:sp>
      <p:grpSp>
        <p:nvGrpSpPr>
          <p:cNvPr id="7" name="Obere Grafik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hteck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10" name="Rechteck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Untere Grafik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hteck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15" name="Rechteck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1522414" y="1905000"/>
            <a:ext cx="9143998" cy="2667000"/>
          </a:xfrm>
        </p:spPr>
        <p:txBody>
          <a:bodyPr rtlCol="0"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2413" y="5029200"/>
            <a:ext cx="8229598" cy="838200"/>
          </a:xfrm>
        </p:spPr>
        <p:txBody>
          <a:bodyPr rtlCol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20" name="Datumsplatzhalter 1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5E43C2DC-85F8-4043-AD6D-53A9637857DA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81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6E016A46-D99E-477D-A42A-827A54320B75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45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rmAutofit/>
          </a:bodyPr>
          <a:lstStyle>
            <a:lvl1pPr algn="l">
              <a:defRPr sz="5400" b="0" cap="none" baseline="0"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522413" y="4876800"/>
            <a:ext cx="8229598" cy="11430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Textmasterformate durch Klicken bearbeiten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49A3B99F-41B3-4C88-BAA8-5AA2B56F2136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41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522413" y="1904999"/>
            <a:ext cx="4435564" cy="4088921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30849" y="1904999"/>
            <a:ext cx="4435564" cy="4088921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2D6DDE4E-E893-4CF4-9BD8-CBBD2AA5C72F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225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522413" y="1828800"/>
            <a:ext cx="4419599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Textmasterformate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1522413" y="2590801"/>
            <a:ext cx="4419599" cy="342900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46814" y="1828800"/>
            <a:ext cx="4419599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Textmasterformate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246814" y="2590801"/>
            <a:ext cx="4419599" cy="342900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D9567A6-4EC6-4E23-8623-305786649C42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77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341DFAC-2040-4B5E-BD58-8EF9747C00E5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131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Untere Grafik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hteck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8" name="Rechteck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6C2BB7DA-3DE2-4867-8A19-0B63A73E87A8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0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hme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923214" y="1371600"/>
            <a:ext cx="3124200" cy="2057400"/>
          </a:xfrm>
        </p:spPr>
        <p:txBody>
          <a:bodyPr rtlCol="0" anchor="b">
            <a:normAutofit/>
          </a:bodyPr>
          <a:lstStyle>
            <a:lvl1pPr algn="l">
              <a:defRPr sz="3200" b="1"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491930" y="1293495"/>
            <a:ext cx="5577840" cy="402336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923214" y="3536829"/>
            <a:ext cx="3124200" cy="1797169"/>
          </a:xfrm>
        </p:spPr>
        <p:txBody>
          <a:bodyPr rtlCol="0">
            <a:normAutofit/>
          </a:bodyPr>
          <a:lstStyle>
            <a:lvl1pPr marL="0" indent="0">
              <a:spcBef>
                <a:spcPts val="800"/>
              </a:spcBef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Textmasterformate durch Klicken bearbeiten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2645DA5-6A49-49A8-96E5-F8B6F6030B37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1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ahme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923214" y="1371600"/>
            <a:ext cx="3124200" cy="2057400"/>
          </a:xfrm>
        </p:spPr>
        <p:txBody>
          <a:bodyPr rtlCol="0" anchor="b">
            <a:normAutofit/>
          </a:bodyPr>
          <a:lstStyle>
            <a:lvl1pPr algn="l">
              <a:defRPr sz="3200" b="0"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 descr="Leerer Platzhalter zum Hinzufügen eines Bilds. Klicken Sie auf den Platzhalter, und wählen Sie das hinzuzufügende Bild aus."/>
          <p:cNvSpPr>
            <a:spLocks noGrp="1"/>
          </p:cNvSpPr>
          <p:nvPr>
            <p:ph type="pic" idx="1" hasCustomPrompt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dirty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923214" y="3536829"/>
            <a:ext cx="3124200" cy="1797171"/>
          </a:xfrm>
        </p:spPr>
        <p:txBody>
          <a:bodyPr rtlCol="0">
            <a:normAutofit/>
          </a:bodyPr>
          <a:lstStyle>
            <a:lvl1pPr marL="0" indent="0">
              <a:spcBef>
                <a:spcPts val="800"/>
              </a:spcBef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Textmasterformate durch Klicken bearbeiten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10D761C4-2759-4D9C-A185-9405754E276B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186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8E061B29-334D-4F6E-9B99-05ED2C35FB26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379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9494507" y="609600"/>
            <a:ext cx="1143001" cy="5410200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2413" y="609600"/>
            <a:ext cx="7696198" cy="5410200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4E97E706-C438-4FB2-A873-9C5FBA06A7E3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341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E9D113D-3024-44CF-9E47-DA0C61F87A85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Untere Grafik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hteck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8" name="Rechteck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Obere Grafik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hteck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12" name="Rechteck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369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/>
              <a:t>Textmasterformate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E93257D7-F549-4D18-BC25-7AE39792CB8B}" type="datetime1">
              <a:rPr lang="de-DE" smtClean="0"/>
              <a:t>19.01.2026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068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1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de-DE" dirty="0">
                <a:latin typeface="Calibri" panose="020F0502020204030204" pitchFamily="34" charset="0"/>
              </a:rPr>
              <a:t>Public </a:t>
            </a:r>
            <a:r>
              <a:rPr lang="de-DE" dirty="0" err="1">
                <a:latin typeface="Calibri" panose="020F0502020204030204" pitchFamily="34" charset="0"/>
              </a:rPr>
              <a:t>Goods</a:t>
            </a:r>
            <a:r>
              <a:rPr lang="de-DE" dirty="0">
                <a:latin typeface="Calibri" panose="020F0502020204030204" pitchFamily="34" charset="0"/>
              </a:rPr>
              <a:t> Under Financial </a:t>
            </a:r>
            <a:r>
              <a:rPr lang="de-DE" dirty="0" err="1">
                <a:latin typeface="Calibri" panose="020F0502020204030204" pitchFamily="34" charset="0"/>
              </a:rPr>
              <a:t>Distress</a:t>
            </a:r>
            <a:br>
              <a:rPr lang="de-DE" dirty="0">
                <a:latin typeface="Calibri" panose="020F0502020204030204" pitchFamily="34" charset="0"/>
              </a:rPr>
            </a:br>
            <a:r>
              <a:rPr lang="de-DE" sz="3200" dirty="0">
                <a:latin typeface="Calibri" panose="020F0502020204030204" pitchFamily="34" charset="0"/>
              </a:rPr>
              <a:t>Pawel Janas</a:t>
            </a:r>
            <a:endParaRPr lang="de-DE" dirty="0">
              <a:latin typeface="Calibri" panose="020F050202020403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de-DE" dirty="0">
                <a:latin typeface="Calibri" panose="020F0502020204030204" pitchFamily="34" charset="0"/>
              </a:rPr>
              <a:t>Olesya Kulish | bt716645 | </a:t>
            </a:r>
            <a:r>
              <a:rPr lang="de-DE" dirty="0" err="1"/>
              <a:t>Empirical</a:t>
            </a:r>
            <a:r>
              <a:rPr lang="de-DE" dirty="0"/>
              <a:t> Public Economics</a:t>
            </a:r>
            <a:endParaRPr lang="de-D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</p:spPr>
        <p:txBody>
          <a:bodyPr rtlCol="0" anchor="b">
            <a:normAutofit/>
          </a:bodyPr>
          <a:lstStyle/>
          <a:p>
            <a:pPr rtl="0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Paper About?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 rtlCol="0">
            <a:normAutofit/>
          </a:bodyPr>
          <a:lstStyle/>
          <a:p>
            <a:r>
              <a:rPr lang="en-US" dirty="0"/>
              <a:t>Effects of public debt on municipal services and real outcomes during the Great Depression</a:t>
            </a:r>
          </a:p>
          <a:p>
            <a:r>
              <a:rPr lang="en-US" dirty="0"/>
              <a:t>Quasi experiment</a:t>
            </a:r>
          </a:p>
          <a:p>
            <a:r>
              <a:rPr lang="en-US" dirty="0"/>
              <a:t>Fiscal shocks without substantial intergovernmental or Federal Reserve support</a:t>
            </a:r>
            <a:endParaRPr lang="de-DE" dirty="0"/>
          </a:p>
        </p:txBody>
      </p:sp>
      <p:pic>
        <p:nvPicPr>
          <p:cNvPr id="1026" name="Picture 2" descr="Great depression in USAGreat Depression in USA Stock Photo - Alamy">
            <a:extLst>
              <a:ext uri="{FF2B5EF4-FFF2-40B4-BE49-F238E27FC236}">
                <a16:creationId xmlns:a16="http://schemas.microsoft.com/office/drawing/2014/main" id="{3D685C03-AF0A-42A3-8D00-9851E331173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9" r="4448" b="-2"/>
          <a:stretch>
            <a:fillRect/>
          </a:stretch>
        </p:blipFill>
        <p:spPr bwMode="auto">
          <a:xfrm>
            <a:off x="6230849" y="1904999"/>
            <a:ext cx="4435564" cy="408892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1481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>
                <a:latin typeface="Calibri" panose="020F0502020204030204" pitchFamily="34" charset="0"/>
              </a:rPr>
              <a:t>My Task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Table 1: panels A and C</a:t>
            </a:r>
          </a:p>
          <a:p>
            <a:r>
              <a:rPr lang="en-US" dirty="0"/>
              <a:t>Table 2: columns 1,2,5</a:t>
            </a:r>
          </a:p>
          <a:p>
            <a:r>
              <a:rPr lang="en-US" dirty="0"/>
              <a:t>Table 3: panel A, columns 1, 4</a:t>
            </a:r>
          </a:p>
          <a:p>
            <a:r>
              <a:rPr lang="en-US" dirty="0"/>
              <a:t>Table 4: column 3</a:t>
            </a:r>
          </a:p>
        </p:txBody>
      </p:sp>
      <p:sp>
        <p:nvSpPr>
          <p:cNvPr id="4" name="Textplatzhalter 7"/>
          <p:cNvSpPr txBox="1">
            <a:spLocks/>
          </p:cNvSpPr>
          <p:nvPr/>
        </p:nvSpPr>
        <p:spPr>
          <a:xfrm>
            <a:off x="1539575" y="5715000"/>
            <a:ext cx="9126838" cy="53340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de-DE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6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7462564" y="1373425"/>
            <a:ext cx="3787822" cy="2057400"/>
          </a:xfrm>
        </p:spPr>
        <p:txBody>
          <a:bodyPr rtlCol="0" anchor="b">
            <a:normAutofit/>
          </a:bodyPr>
          <a:lstStyle/>
          <a:p>
            <a:r>
              <a:rPr lang="de-DE" sz="2700" dirty="0"/>
              <a:t>Table 1 Panel A: Original</a:t>
            </a:r>
            <a:br>
              <a:rPr lang="de-DE" sz="2700" dirty="0"/>
            </a:br>
            <a:br>
              <a:rPr lang="de-DE" sz="2700" dirty="0"/>
            </a:br>
            <a:r>
              <a:rPr lang="de-DE" sz="2700" dirty="0"/>
              <a:t>City Level Revenue and </a:t>
            </a:r>
            <a:r>
              <a:rPr lang="de-DE" sz="2700" dirty="0" err="1"/>
              <a:t>Expenditure</a:t>
            </a:r>
            <a:r>
              <a:rPr lang="de-DE" sz="2700" dirty="0"/>
              <a:t> 1924–1943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 descr="Ein Bild, das Text, Screenshot, Dokument, Zahl enthält.">
            <a:extLst>
              <a:ext uri="{FF2B5EF4-FFF2-40B4-BE49-F238E27FC236}">
                <a16:creationId xmlns:a16="http://schemas.microsoft.com/office/drawing/2014/main" id="{B620B75D-4277-A08E-8560-EBFADA52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628" y="1202055"/>
            <a:ext cx="5480443" cy="4206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586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7EF0-A509-8DB8-6C4B-E81E7A90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A253E53-5E0F-6B37-490D-124FFD7C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2163" y="1202055"/>
            <a:ext cx="2257373" cy="4206240"/>
          </a:xfrm>
          <a:prstGeom prst="rect">
            <a:avLst/>
          </a:prstGeom>
          <a:noFill/>
        </p:spPr>
      </p:pic>
      <p:sp>
        <p:nvSpPr>
          <p:cNvPr id="2" name="Titel 2">
            <a:extLst>
              <a:ext uri="{FF2B5EF4-FFF2-40B4-BE49-F238E27FC236}">
                <a16:creationId xmlns:a16="http://schemas.microsoft.com/office/drawing/2014/main" id="{06EB4D51-9FD4-D676-27EB-5DA9691E366B}"/>
              </a:ext>
            </a:extLst>
          </p:cNvPr>
          <p:cNvSpPr txBox="1">
            <a:spLocks/>
          </p:cNvSpPr>
          <p:nvPr/>
        </p:nvSpPr>
        <p:spPr>
          <a:xfrm>
            <a:off x="7462564" y="1371600"/>
            <a:ext cx="4213218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1 Panel A: Replication</a:t>
            </a:r>
            <a:br>
              <a:rPr lang="de-DE" sz="2700" dirty="0"/>
            </a:br>
            <a:br>
              <a:rPr lang="de-DE" sz="2700" dirty="0"/>
            </a:br>
            <a:r>
              <a:rPr lang="de-DE" sz="2700" dirty="0"/>
              <a:t>City Level Revenue and </a:t>
            </a:r>
            <a:r>
              <a:rPr lang="de-DE" sz="2700" dirty="0" err="1"/>
              <a:t>Expenditure</a:t>
            </a:r>
            <a:r>
              <a:rPr lang="de-DE" sz="2700" dirty="0"/>
              <a:t> 1924–1943</a:t>
            </a:r>
            <a:br>
              <a:rPr lang="de-DE" sz="2700" dirty="0"/>
            </a:br>
            <a:endParaRPr lang="de-DE" sz="2700" dirty="0"/>
          </a:p>
        </p:txBody>
      </p:sp>
    </p:spTree>
    <p:extLst>
      <p:ext uri="{BB962C8B-B14F-4D97-AF65-F5344CB8AC3E}">
        <p14:creationId xmlns:p14="http://schemas.microsoft.com/office/powerpoint/2010/main" val="313631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A636-6999-085B-4D79-99347ACC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CB9983A2-62D5-7457-F46B-6C308335B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2163" y="1202055"/>
            <a:ext cx="2257373" cy="4206240"/>
          </a:xfrm>
          <a:prstGeom prst="rect">
            <a:avLst/>
          </a:prstGeom>
          <a:noFill/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8F1EE5A0-32C3-6ACC-0345-96F029DFF737}"/>
              </a:ext>
            </a:extLst>
          </p:cNvPr>
          <p:cNvSpPr txBox="1">
            <a:spLocks/>
          </p:cNvSpPr>
          <p:nvPr/>
        </p:nvSpPr>
        <p:spPr>
          <a:xfrm>
            <a:off x="7462564" y="1371600"/>
            <a:ext cx="4536504" cy="37855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1 Panel A: Replication</a:t>
            </a:r>
          </a:p>
          <a:p>
            <a:endParaRPr lang="de-DE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700" dirty="0" err="1"/>
              <a:t>Define</a:t>
            </a:r>
            <a:r>
              <a:rPr lang="de-DE" sz="2700" dirty="0"/>
              <a:t> variables and </a:t>
            </a:r>
            <a:r>
              <a:rPr lang="de-DE" sz="2700" dirty="0" err="1"/>
              <a:t>labels</a:t>
            </a:r>
            <a:endParaRPr lang="de-D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dirty="0" err="1"/>
              <a:t>vars</a:t>
            </a:r>
            <a:r>
              <a:rPr lang="de-DE" dirty="0"/>
              <a:t> &lt;- c() &amp; </a:t>
            </a:r>
            <a:r>
              <a:rPr lang="de-DE" dirty="0" err="1"/>
              <a:t>labels</a:t>
            </a:r>
            <a:r>
              <a:rPr lang="de-DE" dirty="0"/>
              <a:t> &lt;- c()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700" dirty="0"/>
              <a:t>Match </a:t>
            </a:r>
            <a:r>
              <a:rPr lang="de-DE" sz="2700" dirty="0" err="1"/>
              <a:t>statistic</a:t>
            </a:r>
            <a:endParaRPr lang="de-DE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700" dirty="0" err="1"/>
              <a:t>Compute</a:t>
            </a:r>
            <a:r>
              <a:rPr lang="de-DE" sz="2700" dirty="0"/>
              <a:t> </a:t>
            </a:r>
            <a:r>
              <a:rPr lang="de-DE" sz="2700" dirty="0" err="1"/>
              <a:t>summary</a:t>
            </a:r>
            <a:r>
              <a:rPr lang="de-DE" sz="2700" dirty="0"/>
              <a:t> </a:t>
            </a:r>
            <a:r>
              <a:rPr lang="de-DE" sz="2700" dirty="0" err="1"/>
              <a:t>statistics</a:t>
            </a:r>
            <a:endParaRPr lang="de-D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dirty="0" err="1"/>
              <a:t>compute_summary</a:t>
            </a:r>
            <a:r>
              <a:rPr lang="de-DE" dirty="0"/>
              <a:t> &lt;- </a:t>
            </a:r>
            <a:r>
              <a:rPr lang="de-DE" dirty="0" err="1"/>
              <a:t>function</a:t>
            </a:r>
            <a:r>
              <a:rPr lang="de-DE" dirty="0"/>
              <a:t>(x)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700" dirty="0" err="1"/>
              <a:t>Build</a:t>
            </a:r>
            <a:r>
              <a:rPr lang="de-DE" sz="2700" dirty="0"/>
              <a:t> </a:t>
            </a:r>
            <a:r>
              <a:rPr lang="de-DE" sz="2700" dirty="0" err="1"/>
              <a:t>summary</a:t>
            </a:r>
            <a:r>
              <a:rPr lang="de-DE" sz="2700" dirty="0"/>
              <a:t> </a:t>
            </a:r>
            <a:r>
              <a:rPr lang="de-DE" sz="2700" dirty="0" err="1"/>
              <a:t>table</a:t>
            </a:r>
            <a:endParaRPr lang="de-D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sz="1300" dirty="0"/>
          </a:p>
        </p:txBody>
      </p:sp>
      <p:pic>
        <p:nvPicPr>
          <p:cNvPr id="5" name="Grafik 4" descr="Ein Bild, das Text, Screenshot, Schrift, Reihe enthält.">
            <a:extLst>
              <a:ext uri="{FF2B5EF4-FFF2-40B4-BE49-F238E27FC236}">
                <a16:creationId xmlns:a16="http://schemas.microsoft.com/office/drawing/2014/main" id="{B095949F-76F6-854C-11F7-D27F2AFEA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995" y="4705681"/>
            <a:ext cx="4824536" cy="90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5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1 Panel A: </a:t>
            </a:r>
            <a:r>
              <a:rPr lang="de-DE" dirty="0" err="1"/>
              <a:t>Differences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962D870-0BF3-16B8-0CD1-034612FC7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81438"/>
              </p:ext>
            </p:extLst>
          </p:nvPr>
        </p:nvGraphicFramePr>
        <p:xfrm>
          <a:off x="693812" y="2047240"/>
          <a:ext cx="6408712" cy="276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683860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353162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All </a:t>
                      </a:r>
                      <a:r>
                        <a:rPr lang="de-DE" dirty="0" err="1"/>
                        <a:t>other</a:t>
                      </a:r>
                      <a:r>
                        <a:rPr lang="de-DE" dirty="0"/>
                        <a:t> non-</a:t>
                      </a:r>
                      <a:r>
                        <a:rPr lang="de-DE" dirty="0" err="1"/>
                        <a:t>tax</a:t>
                      </a:r>
                      <a:r>
                        <a:rPr lang="de-DE" dirty="0"/>
                        <a:t>, non </a:t>
                      </a:r>
                      <a:r>
                        <a:rPr lang="de-DE" dirty="0" err="1"/>
                        <a:t>debt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reciepts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13,78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Payments: Total </a:t>
                      </a:r>
                      <a:r>
                        <a:rPr lang="de-DE" dirty="0" err="1"/>
                        <a:t>service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68,58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68,57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Payments: School and </a:t>
                      </a:r>
                      <a:r>
                        <a:rPr lang="de-DE" dirty="0" err="1"/>
                        <a:t>libraries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27,67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27,66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2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Capital </a:t>
                      </a:r>
                      <a:r>
                        <a:rPr lang="de-DE" dirty="0" err="1"/>
                        <a:t>outlays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Total </a:t>
                      </a:r>
                      <a:r>
                        <a:rPr lang="de-DE" dirty="0" err="1"/>
                        <a:t>debt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148,89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148,81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90023"/>
                  </a:ext>
                </a:extLst>
              </a:tr>
            </a:tbl>
          </a:graphicData>
        </a:graphic>
      </p:graphicFrame>
      <p:sp>
        <p:nvSpPr>
          <p:cNvPr id="6" name="Titel 2">
            <a:extLst>
              <a:ext uri="{FF2B5EF4-FFF2-40B4-BE49-F238E27FC236}">
                <a16:creationId xmlns:a16="http://schemas.microsoft.com/office/drawing/2014/main" id="{D67B9FE9-067D-B87D-4015-20A56B91BBFB}"/>
              </a:ext>
            </a:extLst>
          </p:cNvPr>
          <p:cNvSpPr txBox="1">
            <a:spLocks/>
          </p:cNvSpPr>
          <p:nvPr/>
        </p:nvSpPr>
        <p:spPr>
          <a:xfrm>
            <a:off x="7102524" y="1412776"/>
            <a:ext cx="4896544" cy="25202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1"/>
            <a:r>
              <a:rPr lang="de-DE" sz="2700" u="sng" dirty="0" err="1">
                <a:solidFill>
                  <a:schemeClr val="accent1">
                    <a:lumMod val="50000"/>
                  </a:schemeClr>
                </a:solidFill>
              </a:rPr>
              <a:t>Reason</a:t>
            </a:r>
            <a:r>
              <a:rPr lang="de-DE" sz="2700" u="sng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0.01 difference in the 75th percentile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/>
              <a:t>different percentile calculation methods.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700" dirty="0" err="1"/>
              <a:t>Added</a:t>
            </a:r>
            <a:r>
              <a:rPr lang="de-DE" sz="2700" dirty="0"/>
              <a:t> type = 2</a:t>
            </a:r>
          </a:p>
        </p:txBody>
      </p:sp>
    </p:spTree>
    <p:extLst>
      <p:ext uri="{BB962C8B-B14F-4D97-AF65-F5344CB8AC3E}">
        <p14:creationId xmlns:p14="http://schemas.microsoft.com/office/powerpoint/2010/main" val="322424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87487-CC80-EFDD-76A0-43120E3C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4E4C89A-E72C-BA44-BB72-D6EAF94F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2163" y="1202056"/>
            <a:ext cx="2257373" cy="4206238"/>
          </a:xfrm>
          <a:prstGeom prst="rect">
            <a:avLst/>
          </a:prstGeom>
          <a:noFill/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2205907-6E6A-D9BE-FC39-0D9506A4C961}"/>
              </a:ext>
            </a:extLst>
          </p:cNvPr>
          <p:cNvSpPr txBox="1">
            <a:spLocks/>
          </p:cNvSpPr>
          <p:nvPr/>
        </p:nvSpPr>
        <p:spPr>
          <a:xfrm>
            <a:off x="7462564" y="1371600"/>
            <a:ext cx="4536504" cy="10492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1 Panel A: Replication</a:t>
            </a:r>
          </a:p>
          <a:p>
            <a:pPr lvl="1"/>
            <a:endParaRPr lang="de-DE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sz="1300" dirty="0"/>
          </a:p>
        </p:txBody>
      </p:sp>
    </p:spTree>
    <p:extLst>
      <p:ext uri="{BB962C8B-B14F-4D97-AF65-F5344CB8AC3E}">
        <p14:creationId xmlns:p14="http://schemas.microsoft.com/office/powerpoint/2010/main" val="166923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BFA9-12FA-D2BC-0F1C-F73A2950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C860C21-648E-49E1-DC09-40F62F1E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5"/>
            <a:ext cx="4176464" cy="1695535"/>
          </a:xfrm>
        </p:spPr>
        <p:txBody>
          <a:bodyPr rtlCol="0" anchor="b">
            <a:normAutofit/>
          </a:bodyPr>
          <a:lstStyle/>
          <a:p>
            <a:r>
              <a:rPr lang="de-DE" sz="2700" dirty="0"/>
              <a:t>Table 1 Panel C: Original</a:t>
            </a:r>
            <a:br>
              <a:rPr lang="de-DE" sz="2700" dirty="0"/>
            </a:br>
            <a:br>
              <a:rPr lang="de-DE" sz="2700" dirty="0"/>
            </a:br>
            <a:r>
              <a:rPr lang="de-DE" sz="2700" dirty="0"/>
              <a:t>Other City and County Data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84A9D9-4E4C-D6E1-0DA9-FCAC34EC8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629187"/>
            <a:ext cx="5480443" cy="3351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359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DC9D-B441-60DD-F653-19BA6ED1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3B849E8-F369-2B72-C803-9628B417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5981" y="1126551"/>
            <a:ext cx="4104456" cy="4405855"/>
          </a:xfrm>
          <a:prstGeom prst="rect">
            <a:avLst/>
          </a:prstGeom>
          <a:noFill/>
        </p:spPr>
      </p:pic>
      <p:sp>
        <p:nvSpPr>
          <p:cNvPr id="2" name="Titel 2">
            <a:extLst>
              <a:ext uri="{FF2B5EF4-FFF2-40B4-BE49-F238E27FC236}">
                <a16:creationId xmlns:a16="http://schemas.microsoft.com/office/drawing/2014/main" id="{97C1C20D-D526-11E5-101D-CFC4BADC5FD6}"/>
              </a:ext>
            </a:extLst>
          </p:cNvPr>
          <p:cNvSpPr txBox="1">
            <a:spLocks/>
          </p:cNvSpPr>
          <p:nvPr/>
        </p:nvSpPr>
        <p:spPr>
          <a:xfrm>
            <a:off x="7462564" y="1371600"/>
            <a:ext cx="4213218" cy="16973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1 Panel C: Replication</a:t>
            </a:r>
            <a:br>
              <a:rPr lang="de-DE" sz="2700" dirty="0"/>
            </a:br>
            <a:br>
              <a:rPr lang="de-DE" sz="2700" dirty="0"/>
            </a:br>
            <a:r>
              <a:rPr lang="de-DE" sz="2700" dirty="0"/>
              <a:t>Other City and County Data</a:t>
            </a:r>
            <a:br>
              <a:rPr lang="de-DE" sz="2700" dirty="0"/>
            </a:br>
            <a:endParaRPr lang="de-DE" sz="2700" dirty="0"/>
          </a:p>
        </p:txBody>
      </p:sp>
    </p:spTree>
    <p:extLst>
      <p:ext uri="{BB962C8B-B14F-4D97-AF65-F5344CB8AC3E}">
        <p14:creationId xmlns:p14="http://schemas.microsoft.com/office/powerpoint/2010/main" val="404409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06BA-92EF-2000-864E-77FBDC29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B77801A-2E45-6476-5C18-81AEE13D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1 Panel C: </a:t>
            </a:r>
            <a:r>
              <a:rPr lang="de-DE" dirty="0" err="1"/>
              <a:t>Differences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C3EA3300-8D89-4A8F-96D4-C4C10FA69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050012"/>
              </p:ext>
            </p:extLst>
          </p:nvPr>
        </p:nvGraphicFramePr>
        <p:xfrm>
          <a:off x="693812" y="2047240"/>
          <a:ext cx="7416824" cy="276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1092798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89879288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353162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 </a:t>
                      </a:r>
                      <a:r>
                        <a:rPr lang="de-DE" dirty="0" err="1"/>
                        <a:t>pct</a:t>
                      </a:r>
                      <a:r>
                        <a:rPr lang="de-DE" dirty="0"/>
                        <a:t> 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Debt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9,63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Total </a:t>
                      </a:r>
                      <a:r>
                        <a:rPr lang="de-DE" dirty="0" err="1"/>
                        <a:t>outlay</a:t>
                      </a:r>
                      <a:r>
                        <a:rPr lang="de-DE" dirty="0"/>
                        <a:t> per </a:t>
                      </a:r>
                      <a:r>
                        <a:rPr lang="de-DE" dirty="0" err="1"/>
                        <a:t>capita</a:t>
                      </a:r>
                      <a:r>
                        <a:rPr lang="de-DE" dirty="0"/>
                        <a:t> 1924-29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84,00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83,69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Murder per 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12,61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2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Robbery</a:t>
                      </a:r>
                      <a:r>
                        <a:rPr lang="de-DE" dirty="0"/>
                        <a:t> per 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33,29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157,17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34,49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156,89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Auto </a:t>
                      </a:r>
                      <a:r>
                        <a:rPr lang="de-DE" dirty="0" err="1"/>
                        <a:t>theft</a:t>
                      </a:r>
                      <a:r>
                        <a:rPr lang="de-DE" dirty="0"/>
                        <a:t> per 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341,45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ighlight>
                            <a:srgbClr val="FF0000"/>
                          </a:highlight>
                        </a:rPr>
                        <a:t>741,73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341,75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ighlight>
                            <a:srgbClr val="FF0000"/>
                          </a:highlight>
                        </a:rPr>
                        <a:t>707,26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90023"/>
                  </a:ext>
                </a:extLst>
              </a:tr>
            </a:tbl>
          </a:graphicData>
        </a:graphic>
      </p:graphicFrame>
      <p:sp>
        <p:nvSpPr>
          <p:cNvPr id="6" name="Titel 2">
            <a:extLst>
              <a:ext uri="{FF2B5EF4-FFF2-40B4-BE49-F238E27FC236}">
                <a16:creationId xmlns:a16="http://schemas.microsoft.com/office/drawing/2014/main" id="{B0B5D699-ED14-AEC7-F419-42A3CA2AF017}"/>
              </a:ext>
            </a:extLst>
          </p:cNvPr>
          <p:cNvSpPr txBox="1">
            <a:spLocks/>
          </p:cNvSpPr>
          <p:nvPr/>
        </p:nvSpPr>
        <p:spPr>
          <a:xfrm>
            <a:off x="9262764" y="1412776"/>
            <a:ext cx="2736304" cy="37855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1"/>
            <a:endParaRPr lang="de-DE" sz="1300" dirty="0"/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5D88DE68-3B25-93CA-26B0-A60A287DCFEE}"/>
              </a:ext>
            </a:extLst>
          </p:cNvPr>
          <p:cNvSpPr txBox="1">
            <a:spLocks/>
          </p:cNvSpPr>
          <p:nvPr/>
        </p:nvSpPr>
        <p:spPr>
          <a:xfrm>
            <a:off x="7894612" y="1916832"/>
            <a:ext cx="4104456" cy="864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1"/>
            <a:r>
              <a:rPr lang="de-DE" sz="2700" u="sng" dirty="0" err="1">
                <a:solidFill>
                  <a:schemeClr val="accent1">
                    <a:lumMod val="50000"/>
                  </a:schemeClr>
                </a:solidFill>
              </a:rPr>
              <a:t>Reason</a:t>
            </a:r>
            <a:r>
              <a:rPr lang="de-DE" sz="2700" u="sng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700" dirty="0"/>
              <a:t>Same </a:t>
            </a:r>
            <a:r>
              <a:rPr lang="de-DE" sz="2700" dirty="0" err="1"/>
              <a:t>as</a:t>
            </a:r>
            <a:r>
              <a:rPr lang="de-DE" sz="2700" dirty="0"/>
              <a:t> in Panel A</a:t>
            </a:r>
          </a:p>
        </p:txBody>
      </p:sp>
    </p:spTree>
    <p:extLst>
      <p:ext uri="{BB962C8B-B14F-4D97-AF65-F5344CB8AC3E}">
        <p14:creationId xmlns:p14="http://schemas.microsoft.com/office/powerpoint/2010/main" val="43706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BDB7-6297-9C70-6ABF-8D2AC28E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467AC33-126D-6A0D-BA1B-D2BA739E52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5981" y="1126551"/>
            <a:ext cx="4104455" cy="4405855"/>
          </a:xfrm>
          <a:prstGeom prst="rect">
            <a:avLst/>
          </a:prstGeom>
          <a:noFill/>
        </p:spPr>
      </p:pic>
      <p:sp>
        <p:nvSpPr>
          <p:cNvPr id="2" name="Titel 2">
            <a:extLst>
              <a:ext uri="{FF2B5EF4-FFF2-40B4-BE49-F238E27FC236}">
                <a16:creationId xmlns:a16="http://schemas.microsoft.com/office/drawing/2014/main" id="{663B2878-6F9A-E67C-AD4F-648D14F078F8}"/>
              </a:ext>
            </a:extLst>
          </p:cNvPr>
          <p:cNvSpPr txBox="1">
            <a:spLocks/>
          </p:cNvSpPr>
          <p:nvPr/>
        </p:nvSpPr>
        <p:spPr>
          <a:xfrm>
            <a:off x="7462564" y="1371600"/>
            <a:ext cx="4213218" cy="16973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1 Panel C: Replication</a:t>
            </a:r>
            <a:br>
              <a:rPr lang="de-DE" sz="2700" dirty="0"/>
            </a:br>
            <a:br>
              <a:rPr lang="de-DE" sz="2700" dirty="0"/>
            </a:br>
            <a:r>
              <a:rPr lang="de-DE" sz="2700" dirty="0"/>
              <a:t>Other City and County Data</a:t>
            </a:r>
            <a:br>
              <a:rPr lang="de-DE" sz="2700" dirty="0"/>
            </a:br>
            <a:endParaRPr lang="de-DE" sz="2700" dirty="0"/>
          </a:p>
        </p:txBody>
      </p:sp>
    </p:spTree>
    <p:extLst>
      <p:ext uri="{BB962C8B-B14F-4D97-AF65-F5344CB8AC3E}">
        <p14:creationId xmlns:p14="http://schemas.microsoft.com/office/powerpoint/2010/main" val="197024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B650-96A8-13A0-58DE-F251DCDC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E2AE571-570D-9AAB-6E6C-02D1D63B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4608512" cy="4359832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2 </a:t>
            </a:r>
            <a:r>
              <a:rPr lang="de-DE" sz="3000" dirty="0" err="1"/>
              <a:t>Column</a:t>
            </a:r>
            <a:r>
              <a:rPr lang="de-DE" sz="3000" dirty="0"/>
              <a:t> 1, 2, 5: Original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 err="1"/>
              <a:t>Determinants</a:t>
            </a:r>
            <a:r>
              <a:rPr lang="de-DE" sz="3000" dirty="0"/>
              <a:t> </a:t>
            </a:r>
            <a:r>
              <a:rPr lang="de-DE" sz="3000" dirty="0" err="1"/>
              <a:t>of</a:t>
            </a:r>
            <a:r>
              <a:rPr lang="de-DE" sz="3000" dirty="0"/>
              <a:t> </a:t>
            </a:r>
            <a:r>
              <a:rPr lang="de-DE" sz="3000" dirty="0" err="1"/>
              <a:t>pre</a:t>
            </a:r>
            <a:r>
              <a:rPr lang="de-DE" sz="3000" dirty="0"/>
              <a:t>-Depression </a:t>
            </a:r>
            <a:r>
              <a:rPr lang="de-DE" sz="3000" dirty="0" err="1"/>
              <a:t>financial</a:t>
            </a:r>
            <a:r>
              <a:rPr lang="de-DE" sz="3000" dirty="0"/>
              <a:t>  </a:t>
            </a:r>
            <a:r>
              <a:rPr lang="de-DE" sz="3000" dirty="0" err="1"/>
              <a:t>leverage</a:t>
            </a:r>
            <a:r>
              <a:rPr lang="de-DE" sz="3000" dirty="0"/>
              <a:t> (1929)</a:t>
            </a:r>
            <a:br>
              <a:rPr lang="de-DE" sz="3000" dirty="0"/>
            </a:br>
            <a:br>
              <a:rPr lang="de-DE" sz="3000" dirty="0"/>
            </a:br>
            <a:r>
              <a:rPr lang="de-DE" sz="2700" dirty="0"/>
              <a:t>(1) State </a:t>
            </a:r>
            <a:r>
              <a:rPr lang="de-DE" sz="2700" dirty="0" err="1"/>
              <a:t>fixed</a:t>
            </a:r>
            <a:r>
              <a:rPr lang="de-DE" sz="2700" dirty="0"/>
              <a:t> </a:t>
            </a:r>
            <a:r>
              <a:rPr lang="de-DE" sz="2700" dirty="0" err="1"/>
              <a:t>effects</a:t>
            </a:r>
            <a:r>
              <a:rPr lang="de-DE" sz="2700" dirty="0"/>
              <a:t> and </a:t>
            </a:r>
            <a:r>
              <a:rPr lang="de-DE" sz="2700" dirty="0" err="1"/>
              <a:t>population</a:t>
            </a:r>
            <a:br>
              <a:rPr lang="de-DE" sz="2700" dirty="0"/>
            </a:br>
            <a:r>
              <a:rPr lang="de-DE" sz="2700" dirty="0"/>
              <a:t>(2) </a:t>
            </a:r>
            <a:r>
              <a:rPr lang="en-US" sz="2700" dirty="0"/>
              <a:t>Same but adds Prior Capital Outlay (1924-1929)</a:t>
            </a:r>
            <a:br>
              <a:rPr lang="en-US" sz="2700" dirty="0"/>
            </a:br>
            <a:r>
              <a:rPr lang="en-US" sz="2700" dirty="0"/>
              <a:t>(5)</a:t>
            </a:r>
            <a:r>
              <a:rPr lang="en-US" sz="2700" b="1" dirty="0"/>
              <a:t> </a:t>
            </a:r>
            <a:r>
              <a:rPr lang="en-US" sz="2700" dirty="0"/>
              <a:t>Debt/Revenue ~ Population + Prior Debt (1924) + Prior Outlay</a:t>
            </a: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B3AC8DC-D533-A7E6-6130-6B7D62786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245472"/>
            <a:ext cx="5480443" cy="41194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52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58F8-ECF8-0818-FAF8-B25DC884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EBBA7B-DE1D-A9CB-9F1B-9A890A76D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4608512" cy="2703648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2 </a:t>
            </a:r>
            <a:r>
              <a:rPr lang="de-DE" sz="3000" dirty="0" err="1"/>
              <a:t>Column</a:t>
            </a:r>
            <a:r>
              <a:rPr lang="de-DE" sz="3000" dirty="0"/>
              <a:t> 1, 2, 5: Replication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 err="1"/>
              <a:t>Determinants</a:t>
            </a:r>
            <a:r>
              <a:rPr lang="de-DE" sz="3000" dirty="0"/>
              <a:t> </a:t>
            </a:r>
            <a:r>
              <a:rPr lang="de-DE" sz="3000" dirty="0" err="1"/>
              <a:t>of</a:t>
            </a:r>
            <a:r>
              <a:rPr lang="de-DE" sz="3000" dirty="0"/>
              <a:t> </a:t>
            </a:r>
            <a:r>
              <a:rPr lang="de-DE" sz="3000" dirty="0" err="1"/>
              <a:t>pre</a:t>
            </a:r>
            <a:r>
              <a:rPr lang="de-DE" sz="3000" dirty="0"/>
              <a:t>-Depression </a:t>
            </a:r>
            <a:r>
              <a:rPr lang="de-DE" sz="3000" dirty="0" err="1"/>
              <a:t>financial</a:t>
            </a:r>
            <a:r>
              <a:rPr lang="de-DE" sz="3000" dirty="0"/>
              <a:t>  </a:t>
            </a:r>
            <a:r>
              <a:rPr lang="de-DE" sz="3000" dirty="0" err="1"/>
              <a:t>leverage</a:t>
            </a:r>
            <a:r>
              <a:rPr lang="de-DE" sz="3000" dirty="0"/>
              <a:t> (1929)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1260326-6348-8CEC-CB30-531030EF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414422"/>
            <a:ext cx="5480443" cy="37815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443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EE7F-3293-D66E-F929-4D8C910B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F54CA8C5-6A31-4179-95C4-48D32DA5B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414422"/>
            <a:ext cx="5480443" cy="3781505"/>
          </a:xfrm>
          <a:prstGeom prst="rect">
            <a:avLst/>
          </a:prstGeom>
          <a:noFill/>
        </p:spPr>
      </p:pic>
      <p:pic>
        <p:nvPicPr>
          <p:cNvPr id="4" name="Grafik 3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C451811-F35E-002B-B09E-8718E8C8E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893" y="2239647"/>
            <a:ext cx="4657190" cy="11521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itel 2">
            <a:extLst>
              <a:ext uri="{FF2B5EF4-FFF2-40B4-BE49-F238E27FC236}">
                <a16:creationId xmlns:a16="http://schemas.microsoft.com/office/drawing/2014/main" id="{07A1B310-7184-6128-E2D1-F82B8DDE69CA}"/>
              </a:ext>
            </a:extLst>
          </p:cNvPr>
          <p:cNvSpPr txBox="1">
            <a:spLocks/>
          </p:cNvSpPr>
          <p:nvPr/>
        </p:nvSpPr>
        <p:spPr>
          <a:xfrm>
            <a:off x="7474893" y="1410335"/>
            <a:ext cx="4536504" cy="1658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2 </a:t>
            </a:r>
            <a:r>
              <a:rPr lang="de-DE" sz="2700" dirty="0" err="1"/>
              <a:t>Column</a:t>
            </a:r>
            <a:r>
              <a:rPr lang="de-DE" sz="2700" dirty="0"/>
              <a:t> 1, 2,5: Replication</a:t>
            </a:r>
          </a:p>
          <a:p>
            <a:endParaRPr lang="de-D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sz="1300" dirty="0"/>
          </a:p>
        </p:txBody>
      </p:sp>
      <p:pic>
        <p:nvPicPr>
          <p:cNvPr id="3" name="Grafik 2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760C48F-3746-C0A7-81D2-5E453B6A3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893" y="3487267"/>
            <a:ext cx="4657190" cy="963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Grafik 6" descr="Ein Bild, das Text, Schrif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CA3CC662-2F78-5507-B0BD-BC9560FBE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4893" y="4545795"/>
            <a:ext cx="4657190" cy="6573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2215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EC8C-EB93-F8E8-A1F0-F1C2CD99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62FB235-81BA-C46C-E630-A94BC9CD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4176464" cy="2343608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3 Panel A </a:t>
            </a:r>
            <a:r>
              <a:rPr lang="de-DE" sz="3000" dirty="0" err="1"/>
              <a:t>Column</a:t>
            </a:r>
            <a:r>
              <a:rPr lang="de-DE" sz="3000" dirty="0"/>
              <a:t> 1, 4: Original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local</a:t>
            </a:r>
            <a:r>
              <a:rPr lang="de-DE" sz="3000" dirty="0"/>
              <a:t> </a:t>
            </a:r>
            <a:r>
              <a:rPr lang="de-DE" sz="3000" dirty="0" err="1"/>
              <a:t>public</a:t>
            </a:r>
            <a:r>
              <a:rPr lang="de-DE" sz="3000" dirty="0"/>
              <a:t> </a:t>
            </a:r>
            <a:r>
              <a:rPr lang="de-DE" sz="3000" dirty="0" err="1"/>
              <a:t>expenditure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964295B-9074-4118-55E8-28BDFD96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8313" y="1373425"/>
            <a:ext cx="5756219" cy="3884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471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FDE6E-BAF1-FD9D-9FA9-63150E83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540CA8F-161A-D5ED-37AB-6E7E33A5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4176464" cy="2343608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3 Panel A </a:t>
            </a:r>
            <a:r>
              <a:rPr lang="de-DE" sz="3000" dirty="0" err="1"/>
              <a:t>Column</a:t>
            </a:r>
            <a:r>
              <a:rPr lang="de-DE" sz="3000" dirty="0"/>
              <a:t> 1, 4: Replication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local</a:t>
            </a:r>
            <a:r>
              <a:rPr lang="de-DE" sz="3000" dirty="0"/>
              <a:t> </a:t>
            </a:r>
            <a:r>
              <a:rPr lang="de-DE" sz="3000" dirty="0" err="1"/>
              <a:t>public</a:t>
            </a:r>
            <a:r>
              <a:rPr lang="de-DE" sz="3000" dirty="0"/>
              <a:t> </a:t>
            </a:r>
            <a:r>
              <a:rPr lang="de-DE" sz="3000" dirty="0" err="1"/>
              <a:t>expenditure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7FBAB98-009E-8C26-2B9D-88941D05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4092" y="1122938"/>
            <a:ext cx="2169005" cy="43942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85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D1CE-1756-A3BC-7C53-411A0C89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E199B44-7008-E20A-A3A6-C49FB1761E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4092" y="1122938"/>
            <a:ext cx="2169005" cy="4394293"/>
          </a:xfrm>
          <a:prstGeom prst="rect">
            <a:avLst/>
          </a:prstGeom>
          <a:noFill/>
        </p:spPr>
      </p:pic>
      <p:sp>
        <p:nvSpPr>
          <p:cNvPr id="2" name="Titel 2">
            <a:extLst>
              <a:ext uri="{FF2B5EF4-FFF2-40B4-BE49-F238E27FC236}">
                <a16:creationId xmlns:a16="http://schemas.microsoft.com/office/drawing/2014/main" id="{942421E9-537A-F77D-C3F3-B0EC37B92E57}"/>
              </a:ext>
            </a:extLst>
          </p:cNvPr>
          <p:cNvSpPr txBox="1">
            <a:spLocks/>
          </p:cNvSpPr>
          <p:nvPr/>
        </p:nvSpPr>
        <p:spPr>
          <a:xfrm>
            <a:off x="7462564" y="1412776"/>
            <a:ext cx="4536504" cy="1080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700" dirty="0"/>
              <a:t>Table 3 Panel A </a:t>
            </a:r>
            <a:r>
              <a:rPr lang="de-DE" sz="2700" dirty="0" err="1"/>
              <a:t>Column</a:t>
            </a:r>
            <a:r>
              <a:rPr lang="de-DE" sz="2700" dirty="0"/>
              <a:t> 1, 4: Replication</a:t>
            </a:r>
            <a:endParaRPr lang="de-DE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de-DE" sz="1300" dirty="0"/>
          </a:p>
        </p:txBody>
      </p:sp>
      <p:pic>
        <p:nvPicPr>
          <p:cNvPr id="4" name="Grafik 3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DD92A6B6-7648-E981-9DA0-B198181C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564" y="2266788"/>
            <a:ext cx="4699919" cy="946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C64FDB1-3C28-9284-088B-8BE4ECC29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564" y="3232877"/>
            <a:ext cx="4699919" cy="30044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804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8DEA-0A77-084C-CDFE-02ACE2F6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B060E2C-BC3C-4E48-157E-13614400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3 Panel A </a:t>
            </a:r>
            <a:r>
              <a:rPr lang="de-DE" dirty="0" err="1"/>
              <a:t>Column</a:t>
            </a:r>
            <a:r>
              <a:rPr lang="de-DE" dirty="0"/>
              <a:t> 1, 4: </a:t>
            </a:r>
            <a:r>
              <a:rPr lang="de-DE" dirty="0" err="1"/>
              <a:t>Differences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B84CD45-B845-52FA-FD1C-816A5DE6B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92438"/>
              </p:ext>
            </p:extLst>
          </p:nvPr>
        </p:nvGraphicFramePr>
        <p:xfrm>
          <a:off x="568284" y="2060848"/>
          <a:ext cx="4824536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1092798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R-</a:t>
                      </a:r>
                      <a:r>
                        <a:rPr lang="de-DE" dirty="0" err="1"/>
                        <a:t>sq</a:t>
                      </a:r>
                      <a:r>
                        <a:rPr lang="de-DE" dirty="0"/>
                        <a:t>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2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x 1941-43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4029"/>
                  </a:ext>
                </a:extLst>
              </a:tr>
            </a:tbl>
          </a:graphicData>
        </a:graphic>
      </p:graphicFrame>
      <p:sp>
        <p:nvSpPr>
          <p:cNvPr id="6" name="Titel 2">
            <a:extLst>
              <a:ext uri="{FF2B5EF4-FFF2-40B4-BE49-F238E27FC236}">
                <a16:creationId xmlns:a16="http://schemas.microsoft.com/office/drawing/2014/main" id="{F2ED9891-4343-50D7-3D96-A46DF4D09B3F}"/>
              </a:ext>
            </a:extLst>
          </p:cNvPr>
          <p:cNvSpPr txBox="1">
            <a:spLocks/>
          </p:cNvSpPr>
          <p:nvPr/>
        </p:nvSpPr>
        <p:spPr>
          <a:xfrm>
            <a:off x="5878388" y="2060848"/>
            <a:ext cx="5915978" cy="30963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1"/>
            <a:r>
              <a:rPr lang="de-DE" sz="2400" b="1" dirty="0">
                <a:solidFill>
                  <a:schemeClr val="accent1">
                    <a:lumMod val="50000"/>
                  </a:schemeClr>
                </a:solidFill>
              </a:rPr>
              <a:t>Possible </a:t>
            </a:r>
            <a:r>
              <a:rPr lang="de-DE" sz="2400" b="1" dirty="0" err="1">
                <a:solidFill>
                  <a:schemeClr val="accent1">
                    <a:lumMod val="50000"/>
                  </a:schemeClr>
                </a:solidFill>
              </a:rPr>
              <a:t>Reasons</a:t>
            </a:r>
            <a:r>
              <a:rPr lang="de-DE" sz="24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Interaction </a:t>
            </a:r>
            <a:r>
              <a:rPr lang="de-DE" sz="2400" dirty="0" err="1"/>
              <a:t>term</a:t>
            </a:r>
            <a:r>
              <a:rPr lang="de-DE" sz="2400" dirty="0"/>
              <a:t> </a:t>
            </a:r>
            <a:r>
              <a:rPr lang="de-DE" sz="2400" dirty="0" err="1"/>
              <a:t>handling</a:t>
            </a:r>
            <a:r>
              <a:rPr lang="de-DE" sz="2400" dirty="0"/>
              <a:t> (</a:t>
            </a:r>
            <a:r>
              <a:rPr lang="de-DE" sz="2400" dirty="0" err="1"/>
              <a:t>year</a:t>
            </a:r>
            <a:r>
              <a:rPr lang="de-DE" sz="2400" dirty="0"/>
              <a:t> × </a:t>
            </a:r>
            <a:r>
              <a:rPr lang="de-DE" sz="2400" dirty="0" err="1"/>
              <a:t>population</a:t>
            </a:r>
            <a:r>
              <a:rPr lang="de-DE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Lagged</a:t>
            </a:r>
            <a:r>
              <a:rPr lang="de-DE" sz="2400" dirty="0"/>
              <a:t> variable </a:t>
            </a:r>
            <a:r>
              <a:rPr lang="de-DE" sz="2400" dirty="0" err="1"/>
              <a:t>construction</a:t>
            </a:r>
            <a:r>
              <a:rPr lang="de-DE" sz="2400" dirty="0"/>
              <a:t> </a:t>
            </a:r>
            <a:r>
              <a:rPr lang="de-DE" sz="2400" dirty="0" err="1"/>
              <a:t>differences</a:t>
            </a:r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Sample </a:t>
            </a:r>
            <a:r>
              <a:rPr lang="de-DE" sz="2400" dirty="0" err="1"/>
              <a:t>restrictions</a:t>
            </a:r>
            <a:r>
              <a:rPr lang="de-DE" sz="2400" dirty="0"/>
              <a:t> not </a:t>
            </a:r>
            <a:r>
              <a:rPr lang="de-DE" sz="2400" dirty="0" err="1"/>
              <a:t>matched</a:t>
            </a:r>
            <a:r>
              <a:rPr lang="de-DE" sz="2400" dirty="0"/>
              <a:t> (</a:t>
            </a:r>
            <a:r>
              <a:rPr lang="de-DE" sz="2400" dirty="0" err="1"/>
              <a:t>xtreg</a:t>
            </a:r>
            <a:r>
              <a:rPr lang="de-DE" sz="2400" dirty="0"/>
              <a:t> </a:t>
            </a:r>
            <a:r>
              <a:rPr lang="de-DE" sz="2400" dirty="0" err="1"/>
              <a:t>implicit</a:t>
            </a:r>
            <a:r>
              <a:rPr lang="de-DE" sz="2400" dirty="0"/>
              <a:t> </a:t>
            </a:r>
            <a:r>
              <a:rPr lang="de-DE" sz="2400" dirty="0" err="1"/>
              <a:t>rules</a:t>
            </a:r>
            <a:r>
              <a:rPr lang="de-DE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Reference </a:t>
            </a:r>
            <a:r>
              <a:rPr lang="de-DE" sz="2400" dirty="0" err="1"/>
              <a:t>year</a:t>
            </a:r>
            <a:r>
              <a:rPr lang="de-DE" sz="2400" dirty="0"/>
              <a:t> </a:t>
            </a:r>
            <a:r>
              <a:rPr lang="de-DE" sz="2400" dirty="0" err="1"/>
              <a:t>treatment</a:t>
            </a:r>
            <a:r>
              <a:rPr lang="de-DE" sz="2400" dirty="0"/>
              <a:t> (</a:t>
            </a:r>
            <a:r>
              <a:rPr lang="de-DE" sz="2400" dirty="0" err="1"/>
              <a:t>period</a:t>
            </a:r>
            <a:r>
              <a:rPr lang="de-DE" sz="2400" dirty="0"/>
              <a:t> 2 + </a:t>
            </a:r>
            <a:r>
              <a:rPr lang="de-DE" sz="2400" dirty="0" err="1"/>
              <a:t>year</a:t>
            </a:r>
            <a:r>
              <a:rPr lang="de-DE" sz="2400" dirty="0"/>
              <a:t> 1928)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Clustering/SE </a:t>
            </a:r>
            <a:r>
              <a:rPr lang="de-DE" sz="2400" dirty="0" err="1"/>
              <a:t>differences</a:t>
            </a:r>
            <a:r>
              <a:rPr lang="de-DE" sz="2400" dirty="0"/>
              <a:t> due </a:t>
            </a:r>
            <a:r>
              <a:rPr lang="de-DE" sz="2400" dirty="0" err="1"/>
              <a:t>to</a:t>
            </a:r>
            <a:r>
              <a:rPr lang="de-DE" sz="2400" dirty="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6666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DE95-926C-2743-87E9-EA9908BE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6508A13-B408-D356-7D58-9796B1AF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3 Panel A </a:t>
            </a:r>
            <a:r>
              <a:rPr lang="de-DE" dirty="0" err="1"/>
              <a:t>Column</a:t>
            </a:r>
            <a:r>
              <a:rPr lang="de-DE" dirty="0"/>
              <a:t> 1, 4: </a:t>
            </a:r>
            <a:r>
              <a:rPr lang="de-DE" dirty="0" err="1"/>
              <a:t>Differences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D8D2765C-AFE0-61AB-497E-74D8FD6EFE4D}"/>
              </a:ext>
            </a:extLst>
          </p:cNvPr>
          <p:cNvGraphicFramePr>
            <a:graphicFrameLocks noGrp="1"/>
          </p:cNvGraphicFramePr>
          <p:nvPr/>
        </p:nvGraphicFramePr>
        <p:xfrm>
          <a:off x="568284" y="2060848"/>
          <a:ext cx="4824536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1092798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3,61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R-</a:t>
                      </a:r>
                      <a:r>
                        <a:rPr lang="de-DE" dirty="0" err="1"/>
                        <a:t>sq</a:t>
                      </a:r>
                      <a:r>
                        <a:rPr lang="de-DE" dirty="0"/>
                        <a:t>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2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x 1941-43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14029"/>
                  </a:ext>
                </a:extLst>
              </a:tr>
            </a:tbl>
          </a:graphicData>
        </a:graphic>
      </p:graphicFrame>
      <p:sp>
        <p:nvSpPr>
          <p:cNvPr id="6" name="Titel 2">
            <a:extLst>
              <a:ext uri="{FF2B5EF4-FFF2-40B4-BE49-F238E27FC236}">
                <a16:creationId xmlns:a16="http://schemas.microsoft.com/office/drawing/2014/main" id="{F041114F-5009-FC6F-9377-7D2518E6DDCC}"/>
              </a:ext>
            </a:extLst>
          </p:cNvPr>
          <p:cNvSpPr txBox="1">
            <a:spLocks/>
          </p:cNvSpPr>
          <p:nvPr/>
        </p:nvSpPr>
        <p:spPr>
          <a:xfrm>
            <a:off x="5878388" y="2060848"/>
            <a:ext cx="5915978" cy="27363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400" b="1" dirty="0"/>
              <a:t>Fixes </a:t>
            </a:r>
            <a:r>
              <a:rPr lang="de-DE" sz="2400" b="1" dirty="0" err="1"/>
              <a:t>implemented</a:t>
            </a:r>
            <a:r>
              <a:rPr lang="de-DE" sz="2400" b="1" dirty="0"/>
              <a:t>:</a:t>
            </a:r>
          </a:p>
          <a:p>
            <a:pPr marL="342900" indent="-342900">
              <a:buFontTx/>
              <a:buChar char="-"/>
            </a:pPr>
            <a:r>
              <a:rPr lang="de-DE" sz="2400" dirty="0" err="1"/>
              <a:t>Excluded</a:t>
            </a:r>
            <a:r>
              <a:rPr lang="de-DE" sz="2400" dirty="0"/>
              <a:t> 1939-1940 ✓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Matched </a:t>
            </a:r>
            <a:r>
              <a:rPr lang="de-DE" sz="2400" dirty="0" err="1"/>
              <a:t>period</a:t>
            </a:r>
            <a:r>
              <a:rPr lang="de-DE" sz="2400" dirty="0"/>
              <a:t> </a:t>
            </a:r>
            <a:r>
              <a:rPr lang="de-DE" sz="2400" dirty="0" err="1"/>
              <a:t>indicators</a:t>
            </a:r>
            <a:r>
              <a:rPr lang="de-DE" sz="2400" dirty="0"/>
              <a:t> ✓</a:t>
            </a:r>
          </a:p>
          <a:p>
            <a:pPr marL="342900" indent="-342900">
              <a:buFontTx/>
              <a:buChar char="-"/>
            </a:pPr>
            <a:r>
              <a:rPr lang="de-DE" sz="2400" dirty="0" err="1"/>
              <a:t>Created</a:t>
            </a:r>
            <a:r>
              <a:rPr lang="de-DE" sz="2400" dirty="0"/>
              <a:t> </a:t>
            </a:r>
            <a:r>
              <a:rPr lang="de-DE" sz="2400" dirty="0" err="1"/>
              <a:t>lagged</a:t>
            </a:r>
            <a:r>
              <a:rPr lang="de-DE" sz="2400" dirty="0"/>
              <a:t> </a:t>
            </a:r>
            <a:r>
              <a:rPr lang="de-DE" sz="2400" dirty="0" err="1"/>
              <a:t>revenue</a:t>
            </a:r>
            <a:r>
              <a:rPr lang="de-DE" sz="2400" dirty="0"/>
              <a:t> ✓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Matched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specification</a:t>
            </a:r>
            <a:r>
              <a:rPr lang="de-DE" sz="2400" dirty="0"/>
              <a:t> ✓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Explicit </a:t>
            </a:r>
            <a:r>
              <a:rPr lang="de-DE" sz="2400" dirty="0" err="1"/>
              <a:t>missing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filtering</a:t>
            </a:r>
            <a:r>
              <a:rPr lang="de-DE" sz="2400" dirty="0"/>
              <a:t> ✓</a:t>
            </a:r>
          </a:p>
          <a:p>
            <a:pPr marL="342900" indent="-342900">
              <a:buFontTx/>
              <a:buChar char="-"/>
            </a:pPr>
            <a:r>
              <a:rPr lang="de-DE" sz="2400" dirty="0" err="1"/>
              <a:t>Added</a:t>
            </a:r>
            <a:r>
              <a:rPr lang="de-DE" sz="2400" dirty="0"/>
              <a:t> </a:t>
            </a:r>
            <a:r>
              <a:rPr lang="de-DE" sz="2400" dirty="0" err="1"/>
              <a:t>diagnostics</a:t>
            </a:r>
            <a:r>
              <a:rPr lang="de-DE" sz="2400" dirty="0"/>
              <a:t> ✓</a:t>
            </a:r>
          </a:p>
          <a:p>
            <a:pPr marL="342900" indent="-342900">
              <a:buFontTx/>
              <a:buChar char="-"/>
            </a:pPr>
            <a:r>
              <a:rPr lang="de-DE" sz="2400" dirty="0" err="1"/>
              <a:t>Attempted</a:t>
            </a:r>
            <a:r>
              <a:rPr lang="de-DE" sz="2400" dirty="0"/>
              <a:t> </a:t>
            </a:r>
            <a:r>
              <a:rPr lang="de-DE" sz="2400" dirty="0" err="1"/>
              <a:t>xtreg</a:t>
            </a:r>
            <a:r>
              <a:rPr lang="de-DE" sz="2400" dirty="0"/>
              <a:t> </a:t>
            </a:r>
            <a:r>
              <a:rPr lang="de-DE" sz="2400" dirty="0" err="1"/>
              <a:t>restrictions</a:t>
            </a:r>
            <a:r>
              <a:rPr lang="de-DE" sz="2400" dirty="0"/>
              <a:t> ✓</a:t>
            </a:r>
          </a:p>
        </p:txBody>
      </p:sp>
    </p:spTree>
    <p:extLst>
      <p:ext uri="{BB962C8B-B14F-4D97-AF65-F5344CB8AC3E}">
        <p14:creationId xmlns:p14="http://schemas.microsoft.com/office/powerpoint/2010/main" val="20569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E63C5-C3F9-5260-6C02-3321AA8B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0A98655-7BB6-E23C-17CB-6CF295FC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3787822" cy="2271599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4 </a:t>
            </a:r>
            <a:r>
              <a:rPr lang="de-DE" sz="3000" dirty="0" err="1"/>
              <a:t>Column</a:t>
            </a:r>
            <a:r>
              <a:rPr lang="de-DE" sz="3000" dirty="0"/>
              <a:t> 3: Original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/>
              <a:t>Moody-</a:t>
            </a: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service</a:t>
            </a:r>
            <a:r>
              <a:rPr lang="de-DE" sz="3000" dirty="0"/>
              <a:t> </a:t>
            </a:r>
            <a:r>
              <a:rPr lang="de-DE" sz="3000" dirty="0" err="1"/>
              <a:t>expenditure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20A8FA-C640-0E0D-33C1-7E9EF1D5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337463"/>
            <a:ext cx="5480443" cy="39354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068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BEC4-E39F-5F70-4E08-76F13B89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8B3C47E-3889-986D-6087-45AFCEB2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5"/>
            <a:ext cx="3787822" cy="2271600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4 </a:t>
            </a:r>
            <a:r>
              <a:rPr lang="de-DE" sz="3000" dirty="0" err="1"/>
              <a:t>Column</a:t>
            </a:r>
            <a:r>
              <a:rPr lang="de-DE" sz="3000" dirty="0"/>
              <a:t> 3: Original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/>
              <a:t>Moody-</a:t>
            </a: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capital</a:t>
            </a:r>
            <a:r>
              <a:rPr lang="de-DE" sz="3000" dirty="0"/>
              <a:t> </a:t>
            </a:r>
            <a:r>
              <a:rPr lang="de-DE" sz="3000" dirty="0" err="1"/>
              <a:t>outlay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7F3519-EC64-94AE-07B0-D2741376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0628" y="1345281"/>
            <a:ext cx="5480443" cy="39197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330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E80D-CF7E-3370-D479-3CAC6CD8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75F9876-C734-1BD7-502D-F03543EB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4"/>
            <a:ext cx="3787822" cy="2271599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4 </a:t>
            </a:r>
            <a:r>
              <a:rPr lang="de-DE" sz="3000" dirty="0" err="1"/>
              <a:t>Column</a:t>
            </a:r>
            <a:r>
              <a:rPr lang="de-DE" sz="3000" dirty="0"/>
              <a:t> 3: Replication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/>
              <a:t>Moody-</a:t>
            </a: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service</a:t>
            </a:r>
            <a:r>
              <a:rPr lang="de-DE" sz="3000" dirty="0"/>
              <a:t> </a:t>
            </a:r>
            <a:r>
              <a:rPr lang="de-DE" sz="3000" dirty="0" err="1"/>
              <a:t>expenditure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10091F6-C0B6-B04C-0DDB-76A819ED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3892" y="1124744"/>
            <a:ext cx="5771084" cy="43283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630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CD8C-FC26-968F-2044-846BB61A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50BA7AE-638E-F306-7CBA-88FD948BF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564" y="1373425"/>
            <a:ext cx="3787822" cy="2271600"/>
          </a:xfrm>
        </p:spPr>
        <p:txBody>
          <a:bodyPr rtlCol="0" anchor="b">
            <a:normAutofit fontScale="90000"/>
          </a:bodyPr>
          <a:lstStyle/>
          <a:p>
            <a:r>
              <a:rPr lang="de-DE" sz="3000" dirty="0"/>
              <a:t>Table 4 </a:t>
            </a:r>
            <a:r>
              <a:rPr lang="de-DE" sz="3000" dirty="0" err="1"/>
              <a:t>Column</a:t>
            </a:r>
            <a:r>
              <a:rPr lang="de-DE" sz="3000" dirty="0"/>
              <a:t> 3: Replication</a:t>
            </a:r>
            <a:br>
              <a:rPr lang="de-DE" sz="3000" dirty="0"/>
            </a:br>
            <a:br>
              <a:rPr lang="de-DE" sz="3000" dirty="0"/>
            </a:br>
            <a:r>
              <a:rPr lang="de-DE" sz="3000" dirty="0"/>
              <a:t>Moody-</a:t>
            </a:r>
            <a:r>
              <a:rPr lang="de-DE" sz="3000" dirty="0" err="1"/>
              <a:t>leverage</a:t>
            </a:r>
            <a:r>
              <a:rPr lang="de-DE" sz="3000" dirty="0"/>
              <a:t> and </a:t>
            </a:r>
            <a:r>
              <a:rPr lang="de-DE" sz="3000" dirty="0" err="1"/>
              <a:t>capital</a:t>
            </a:r>
            <a:r>
              <a:rPr lang="de-DE" sz="3000" dirty="0"/>
              <a:t> </a:t>
            </a:r>
            <a:r>
              <a:rPr lang="de-DE" sz="3000" dirty="0" err="1"/>
              <a:t>outlay</a:t>
            </a:r>
            <a:br>
              <a:rPr lang="de-DE" sz="2700" dirty="0"/>
            </a:br>
            <a:endParaRPr lang="de-DE" sz="2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2B9D6D2-5663-BDFE-259F-F71D51874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3892" y="1154956"/>
            <a:ext cx="5832648" cy="43744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979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7A0C-87CE-872C-39C9-7AD02C9E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93B733B-4611-2901-8EBF-C57FC8BB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4 Panel A </a:t>
            </a:r>
            <a:r>
              <a:rPr lang="de-DE" dirty="0" err="1"/>
              <a:t>Column</a:t>
            </a:r>
            <a:r>
              <a:rPr lang="de-DE" dirty="0"/>
              <a:t> 3: </a:t>
            </a:r>
            <a:r>
              <a:rPr lang="de-DE" dirty="0" err="1"/>
              <a:t>Differences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0C40295-E9A8-1213-7F94-B24B5648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24756"/>
              </p:ext>
            </p:extLst>
          </p:nvPr>
        </p:nvGraphicFramePr>
        <p:xfrm>
          <a:off x="568284" y="1965653"/>
          <a:ext cx="5310104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89824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1092798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Panel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 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1924-26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R-</a:t>
                      </a:r>
                      <a:r>
                        <a:rPr lang="de-DE" dirty="0" err="1"/>
                        <a:t>sq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1941-43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373967"/>
                  </a:ext>
                </a:extLst>
              </a:tr>
            </a:tbl>
          </a:graphicData>
        </a:graphic>
      </p:graphicFrame>
      <p:sp>
        <p:nvSpPr>
          <p:cNvPr id="6" name="Titel 2">
            <a:extLst>
              <a:ext uri="{FF2B5EF4-FFF2-40B4-BE49-F238E27FC236}">
                <a16:creationId xmlns:a16="http://schemas.microsoft.com/office/drawing/2014/main" id="{EB29398A-C610-A5F2-853B-8CFD5DFDA016}"/>
              </a:ext>
            </a:extLst>
          </p:cNvPr>
          <p:cNvSpPr txBox="1">
            <a:spLocks/>
          </p:cNvSpPr>
          <p:nvPr/>
        </p:nvSpPr>
        <p:spPr>
          <a:xfrm>
            <a:off x="6310438" y="1986004"/>
            <a:ext cx="5483928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400" b="1" dirty="0"/>
              <a:t>Possible </a:t>
            </a:r>
            <a:r>
              <a:rPr lang="de-DE" sz="2400" b="1" dirty="0" err="1"/>
              <a:t>Reason</a:t>
            </a:r>
            <a:r>
              <a:rPr lang="de-DE" sz="2400" b="1" dirty="0"/>
              <a:t>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Clustering/</a:t>
            </a:r>
            <a:r>
              <a:rPr lang="de-DE" sz="2400" dirty="0" err="1"/>
              <a:t>degrees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freedom</a:t>
            </a:r>
            <a:r>
              <a:rPr lang="de-DE" sz="2400" dirty="0"/>
              <a:t>: </a:t>
            </a:r>
            <a:r>
              <a:rPr lang="de-DE" sz="2400" dirty="0" err="1"/>
              <a:t>diffrent</a:t>
            </a:r>
            <a:r>
              <a:rPr lang="de-DE" sz="2400" dirty="0"/>
              <a:t> </a:t>
            </a:r>
            <a:r>
              <a:rPr lang="de-DE" sz="2400" dirty="0" err="1"/>
              <a:t>cluster</a:t>
            </a:r>
            <a:r>
              <a:rPr lang="de-DE" sz="2400" dirty="0"/>
              <a:t> </a:t>
            </a:r>
            <a:r>
              <a:rPr lang="de-DE" sz="2400" dirty="0" err="1"/>
              <a:t>counts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affect</a:t>
            </a:r>
            <a:r>
              <a:rPr lang="de-DE" sz="2400" dirty="0"/>
              <a:t> R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51A2A4E-3C24-6F6C-F7CF-3E71DD6AF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56660"/>
              </p:ext>
            </p:extLst>
          </p:nvPr>
        </p:nvGraphicFramePr>
        <p:xfrm>
          <a:off x="568284" y="3558492"/>
          <a:ext cx="5310104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89824">
                  <a:extLst>
                    <a:ext uri="{9D8B030D-6E8A-4147-A177-3AD203B41FA5}">
                      <a16:colId xmlns:a16="http://schemas.microsoft.com/office/drawing/2014/main" val="360989268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1092798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797257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Panel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4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1924-26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1929-33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6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1934-38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-0,35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37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1941-43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ighlight>
                            <a:srgbClr val="FF0000"/>
                          </a:highlight>
                        </a:rPr>
                        <a:t>-0,09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ighlight>
                            <a:srgbClr val="FF0000"/>
                          </a:highlight>
                        </a:rPr>
                        <a:t>-0,18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24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SE Moody </a:t>
                      </a:r>
                      <a:r>
                        <a:rPr lang="de-DE" dirty="0" err="1"/>
                        <a:t>leverage</a:t>
                      </a:r>
                      <a:r>
                        <a:rPr lang="de-DE" dirty="0"/>
                        <a:t> 1941-43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7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R-</a:t>
                      </a:r>
                      <a:r>
                        <a:rPr lang="de-DE" dirty="0" err="1"/>
                        <a:t>sq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156005"/>
                  </a:ext>
                </a:extLst>
              </a:tr>
            </a:tbl>
          </a:graphicData>
        </a:graphic>
      </p:graphicFrame>
      <p:sp>
        <p:nvSpPr>
          <p:cNvPr id="8" name="Titel 2">
            <a:extLst>
              <a:ext uri="{FF2B5EF4-FFF2-40B4-BE49-F238E27FC236}">
                <a16:creationId xmlns:a16="http://schemas.microsoft.com/office/drawing/2014/main" id="{BB60491C-6A2C-2FB5-E86A-AF2C4D0F3161}"/>
              </a:ext>
            </a:extLst>
          </p:cNvPr>
          <p:cNvSpPr txBox="1">
            <a:spLocks/>
          </p:cNvSpPr>
          <p:nvPr/>
        </p:nvSpPr>
        <p:spPr>
          <a:xfrm>
            <a:off x="6327309" y="3173368"/>
            <a:ext cx="5483928" cy="3075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de-DE" sz="2400" b="1" dirty="0"/>
              <a:t>Possible </a:t>
            </a:r>
            <a:r>
              <a:rPr lang="de-DE" sz="2400" b="1" dirty="0" err="1"/>
              <a:t>Reason</a:t>
            </a:r>
            <a:r>
              <a:rPr lang="de-DE" sz="2400" b="1" dirty="0"/>
              <a:t>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Lag construction breaks around the 1939-1940 gap → 1941-43 coefficient doubles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Data </a:t>
            </a:r>
            <a:r>
              <a:rPr lang="de-DE" sz="2400" dirty="0" err="1"/>
              <a:t>excludes</a:t>
            </a:r>
            <a:r>
              <a:rPr lang="de-DE" sz="2400" dirty="0"/>
              <a:t> 1939-1940, </a:t>
            </a:r>
            <a:r>
              <a:rPr lang="de-DE" sz="2400" dirty="0" err="1"/>
              <a:t>creating</a:t>
            </a:r>
            <a:r>
              <a:rPr lang="de-DE" sz="2400" dirty="0"/>
              <a:t> a </a:t>
            </a:r>
            <a:r>
              <a:rPr lang="de-DE" sz="2400" dirty="0" err="1"/>
              <a:t>gap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Minor issues: Interaction terms and PPML algorithms differ slightly between R and Stata</a:t>
            </a:r>
          </a:p>
        </p:txBody>
      </p:sp>
    </p:spTree>
    <p:extLst>
      <p:ext uri="{BB962C8B-B14F-4D97-AF65-F5344CB8AC3E}">
        <p14:creationId xmlns:p14="http://schemas.microsoft.com/office/powerpoint/2010/main" val="413177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A745-5D06-8671-5B81-50679C7E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2370DDC-DDC9-6634-C446-8491B148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 dirty="0"/>
              <a:t>Table 4 Panel A </a:t>
            </a:r>
            <a:r>
              <a:rPr lang="de-DE" dirty="0" err="1"/>
              <a:t>Column</a:t>
            </a:r>
            <a:r>
              <a:rPr lang="de-DE" dirty="0"/>
              <a:t> 3: Code</a:t>
            </a:r>
          </a:p>
        </p:txBody>
      </p:sp>
      <p:pic>
        <p:nvPicPr>
          <p:cNvPr id="7" name="Grafik 6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A32C1F4-EFBA-2D22-833F-B93D5D512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56" y="2749826"/>
            <a:ext cx="5197056" cy="2263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Grafik 9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89609812-9D2C-6F52-E75D-9B5FA32E7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396" y="2924285"/>
            <a:ext cx="2867790" cy="14895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Grafik 11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B3C891BA-0C07-CBB6-B1C3-E8DF4E1C5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740" y="2924285"/>
            <a:ext cx="2867790" cy="14929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A350458F-A676-1B61-D809-1934BF7DFAB1}"/>
              </a:ext>
            </a:extLst>
          </p:cNvPr>
          <p:cNvSpPr txBox="1"/>
          <p:nvPr/>
        </p:nvSpPr>
        <p:spPr>
          <a:xfrm>
            <a:off x="1801988" y="1919845"/>
            <a:ext cx="1972591" cy="50783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sz="2700" b="1" dirty="0" err="1">
                <a:solidFill>
                  <a:schemeClr val="accent1">
                    <a:lumMod val="50000"/>
                  </a:schemeClr>
                </a:solidFill>
              </a:rPr>
              <a:t>DiD</a:t>
            </a:r>
            <a:r>
              <a:rPr lang="de-DE" sz="2700" b="1" dirty="0">
                <a:solidFill>
                  <a:schemeClr val="accent1">
                    <a:lumMod val="50000"/>
                  </a:schemeClr>
                </a:solidFill>
              </a:rPr>
              <a:t> Formula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7735795-2629-689E-E194-745C4F330D3F}"/>
              </a:ext>
            </a:extLst>
          </p:cNvPr>
          <p:cNvSpPr txBox="1"/>
          <p:nvPr/>
        </p:nvSpPr>
        <p:spPr>
          <a:xfrm>
            <a:off x="7519047" y="1919845"/>
            <a:ext cx="2867790" cy="50783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de-DE" sz="2700" b="1" dirty="0">
                <a:solidFill>
                  <a:schemeClr val="accent1">
                    <a:lumMod val="50000"/>
                  </a:schemeClr>
                </a:solidFill>
              </a:rPr>
              <a:t>OLS VS Poisson</a:t>
            </a:r>
          </a:p>
        </p:txBody>
      </p:sp>
    </p:spTree>
    <p:extLst>
      <p:ext uri="{BB962C8B-B14F-4D97-AF65-F5344CB8AC3E}">
        <p14:creationId xmlns:p14="http://schemas.microsoft.com/office/powerpoint/2010/main" val="229372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1C74-D99B-59CF-3586-1ABE700CE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CF94B57-E1D2-C015-66C9-44671E99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kern="1200">
                <a:latin typeface="Calibri" panose="020F0502020204030204" pitchFamily="34" charset="0"/>
                <a:ea typeface="+mj-ea"/>
                <a:cs typeface="+mj-cs"/>
              </a:rPr>
              <a:t>Additional Analysis: Historical Comparison 1920-21 VS 1929-1938 </a:t>
            </a:r>
          </a:p>
        </p:txBody>
      </p:sp>
      <p:graphicFrame>
        <p:nvGraphicFramePr>
          <p:cNvPr id="5" name="Textfeld 1">
            <a:extLst>
              <a:ext uri="{FF2B5EF4-FFF2-40B4-BE49-F238E27FC236}">
                <a16:creationId xmlns:a16="http://schemas.microsoft.com/office/drawing/2014/main" id="{ED658AA8-5E47-36F4-A764-B27017FA1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884471"/>
              </p:ext>
            </p:extLst>
          </p:nvPr>
        </p:nvGraphicFramePr>
        <p:xfrm>
          <a:off x="1522876" y="1844824"/>
          <a:ext cx="9143538" cy="3926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940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0D21A-4F5A-AE58-8987-0380836A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9AC3C7C-E6DD-7EAE-F114-766A0895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4" y="2739008"/>
            <a:ext cx="9143998" cy="1019944"/>
          </a:xfrm>
        </p:spPr>
        <p:txBody>
          <a:bodyPr>
            <a:noAutofit/>
          </a:bodyPr>
          <a:lstStyle/>
          <a:p>
            <a:r>
              <a:rPr lang="de-DE" sz="6000" dirty="0" err="1">
                <a:effectLst/>
              </a:rPr>
              <a:t>Discussion</a:t>
            </a:r>
            <a:endParaRPr lang="en-US" sz="60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7CF99C-D0C8-9E4D-1EDC-D099972D158A}"/>
              </a:ext>
            </a:extLst>
          </p:cNvPr>
          <p:cNvSpPr txBox="1"/>
          <p:nvPr/>
        </p:nvSpPr>
        <p:spPr>
          <a:xfrm>
            <a:off x="1522413" y="5029200"/>
            <a:ext cx="8229598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</a:pPr>
            <a:endParaRPr lang="de-DE" sz="2400" b="0" kern="1200" dirty="0"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35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Übersichtspräsentation zur Projektplanung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länzend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accent1">
              <a:lumMod val="20000"/>
              <a:lumOff val="80000"/>
            </a:schemeClr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6713428_TF03460544" id="{986F7124-CEB1-401F-9674-A91A5005DA0E}" vid="{3397C105-68B9-4AD8-8571-2A3E2616E582}"/>
    </a:ext>
  </a:extLst>
</a:theme>
</file>

<file path=ppt/theme/theme2.xml><?xml version="1.0" encoding="utf-8"?>
<a:theme xmlns:a="http://schemas.openxmlformats.org/drawingml/2006/main" name="Office-Desig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1144</Words>
  <Application>Microsoft Office PowerPoint</Application>
  <PresentationFormat>Benutzerdefiniert</PresentationFormat>
  <Paragraphs>242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Übersichtspräsentation zur Projektplanung</vt:lpstr>
      <vt:lpstr>Public Goods Under Financial Distress Pawel Janas</vt:lpstr>
      <vt:lpstr>What is the Paper About?</vt:lpstr>
      <vt:lpstr>My Task</vt:lpstr>
      <vt:lpstr>Table 1 Panel A: Original  City Level Revenue and Expenditure 1924–1943 </vt:lpstr>
      <vt:lpstr>PowerPoint-Präsentation</vt:lpstr>
      <vt:lpstr>PowerPoint-Präsentation</vt:lpstr>
      <vt:lpstr>Table 1 Panel A: Differences</vt:lpstr>
      <vt:lpstr>PowerPoint-Präsentation</vt:lpstr>
      <vt:lpstr>Table 1 Panel C: Original  Other City and County Data </vt:lpstr>
      <vt:lpstr>PowerPoint-Präsentation</vt:lpstr>
      <vt:lpstr>Table 1 Panel C: Differences</vt:lpstr>
      <vt:lpstr>PowerPoint-Präsentation</vt:lpstr>
      <vt:lpstr>Table 2 Column 1, 2, 5: Original  Determinants of pre-Depression financial  leverage (1929)  (1) State fixed effects and population (2) Same but adds Prior Capital Outlay (1924-1929) (5) Debt/Revenue ~ Population + Prior Debt (1924) + Prior Outlay</vt:lpstr>
      <vt:lpstr>Table 2 Column 1, 2, 5: Replication  Determinants of pre-Depression financial  leverage (1929) </vt:lpstr>
      <vt:lpstr>PowerPoint-Präsentation</vt:lpstr>
      <vt:lpstr>Table 3 Panel A Column 1, 4: Original  Leverage and local public expenditure </vt:lpstr>
      <vt:lpstr>Table 3 Panel A Column 1, 4: Replication  Leverage and local public expenditure </vt:lpstr>
      <vt:lpstr>PowerPoint-Präsentation</vt:lpstr>
      <vt:lpstr>Table 3 Panel A Column 1, 4: Differences</vt:lpstr>
      <vt:lpstr>Table 3 Panel A Column 1, 4: Differences</vt:lpstr>
      <vt:lpstr>Table 4 Column 3: Original  Moody-leverage and service expenditure </vt:lpstr>
      <vt:lpstr>Table 4 Column 3: Original  Moody-leverage and capital outlay </vt:lpstr>
      <vt:lpstr>Table 4 Column 3: Replication  Moody-leverage and service expenditure </vt:lpstr>
      <vt:lpstr>Table 4 Column 3: Replication  Moody-leverage and capital outlay </vt:lpstr>
      <vt:lpstr>Table 4 Panel A Column 3: Differences</vt:lpstr>
      <vt:lpstr>Table 4 Panel A Column 3: Code</vt:lpstr>
      <vt:lpstr>Additional Analysis: Historical Comparison 1920-21 VS 1929-1938 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Olesya Kulish</dc:creator>
  <cp:lastModifiedBy>Olesya Kulish</cp:lastModifiedBy>
  <cp:revision>1</cp:revision>
  <dcterms:created xsi:type="dcterms:W3CDTF">2026-01-17T12:17:25Z</dcterms:created>
  <dcterms:modified xsi:type="dcterms:W3CDTF">2026-01-20T09:51:03Z</dcterms:modified>
</cp:coreProperties>
</file>